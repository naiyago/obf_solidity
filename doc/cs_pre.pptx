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1"/>
  </p:notesMasterIdLst>
  <p:sldIdLst>
    <p:sldId id="256" r:id="rId2"/>
    <p:sldId id="271" r:id="rId3"/>
    <p:sldId id="270" r:id="rId4"/>
    <p:sldId id="272" r:id="rId5"/>
    <p:sldId id="273" r:id="rId6"/>
    <p:sldId id="274" r:id="rId7"/>
    <p:sldId id="269" r:id="rId8"/>
    <p:sldId id="261" r:id="rId9"/>
    <p:sldId id="258" r:id="rId10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AA4D"/>
    <a:srgbClr val="4036CD"/>
    <a:srgbClr val="A20000"/>
    <a:srgbClr val="A40000"/>
    <a:srgbClr val="9E0000"/>
    <a:srgbClr val="C7450B"/>
    <a:srgbClr val="E24E0C"/>
    <a:srgbClr val="DC6140"/>
    <a:srgbClr val="E60000"/>
    <a:srgbClr val="C967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6182" autoAdjust="0"/>
  </p:normalViewPr>
  <p:slideViewPr>
    <p:cSldViewPr snapToGrid="0">
      <p:cViewPr varScale="1">
        <p:scale>
          <a:sx n="81" d="100"/>
          <a:sy n="81" d="100"/>
        </p:scale>
        <p:origin x="78" y="501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D8963-CFCD-4740-AF60-049850373CDF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6FDB6-6D2B-46C1-9FA1-D82906A37C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4981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1" name="副标题 9800"/>
          <p:cNvSpPr>
            <a:spLocks noGrp="1"/>
          </p:cNvSpPr>
          <p:nvPr userDrawn="1">
            <p:ph type="subTitle" idx="1"/>
          </p:nvPr>
        </p:nvSpPr>
        <p:spPr>
          <a:xfrm>
            <a:off x="2168246" y="2101261"/>
            <a:ext cx="7855511" cy="558799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342884" indent="0" algn="ctr">
              <a:buNone/>
              <a:defRPr sz="1500"/>
            </a:lvl2pPr>
            <a:lvl3pPr marL="685766" indent="0" algn="ctr">
              <a:buNone/>
              <a:defRPr sz="1350"/>
            </a:lvl3pPr>
            <a:lvl4pPr marL="1028649" indent="0" algn="ctr">
              <a:buNone/>
              <a:defRPr sz="1200"/>
            </a:lvl4pPr>
            <a:lvl5pPr marL="1371532" indent="0" algn="ctr">
              <a:buNone/>
              <a:defRPr sz="1200"/>
            </a:lvl5pPr>
            <a:lvl6pPr marL="1714415" indent="0" algn="ctr">
              <a:buNone/>
              <a:defRPr sz="1200"/>
            </a:lvl6pPr>
            <a:lvl7pPr marL="2057297" indent="0" algn="ctr">
              <a:buNone/>
              <a:defRPr sz="1200"/>
            </a:lvl7pPr>
            <a:lvl8pPr marL="2400180" indent="0" algn="ctr">
              <a:buNone/>
              <a:defRPr sz="1200"/>
            </a:lvl8pPr>
            <a:lvl9pPr marL="2743064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802" name="标题 9801"/>
          <p:cNvSpPr>
            <a:spLocks noGrp="1"/>
          </p:cNvSpPr>
          <p:nvPr userDrawn="1">
            <p:ph type="ctrTitle"/>
          </p:nvPr>
        </p:nvSpPr>
        <p:spPr>
          <a:xfrm>
            <a:off x="2168246" y="1402670"/>
            <a:ext cx="7855511" cy="698591"/>
          </a:xfrm>
        </p:spPr>
        <p:txBody>
          <a:bodyPr anchor="ctr">
            <a:normAutofit/>
          </a:bodyPr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168246" y="3864569"/>
            <a:ext cx="7855511" cy="296271"/>
          </a:xfrm>
        </p:spPr>
        <p:txBody>
          <a:bodyPr vert="horz" anchor="ctr">
            <a:noAutofit/>
          </a:bodyPr>
          <a:lstStyle>
            <a:lvl1pPr marL="0" indent="0" algn="ctr">
              <a:buNone/>
              <a:defRPr sz="1500" b="0">
                <a:solidFill>
                  <a:schemeClr val="tx1"/>
                </a:solidFill>
              </a:defRPr>
            </a:lvl1pPr>
            <a:lvl2pPr marL="342883" indent="0">
              <a:buNone/>
              <a:defRPr/>
            </a:lvl2pPr>
            <a:lvl3pPr marL="685765" indent="0">
              <a:buNone/>
              <a:defRPr/>
            </a:lvl3pPr>
            <a:lvl4pPr marL="1028648" indent="0">
              <a:buNone/>
              <a:defRPr/>
            </a:lvl4pPr>
            <a:lvl5pPr marL="1371532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文本占位符 12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68246" y="4160840"/>
            <a:ext cx="7855511" cy="296271"/>
          </a:xfrm>
        </p:spPr>
        <p:txBody>
          <a:bodyPr vert="horz" anchor="ctr">
            <a:noAutofit/>
          </a:bodyPr>
          <a:lstStyle>
            <a:lvl1pPr marL="0" indent="0" algn="ctr">
              <a:buNone/>
              <a:defRPr sz="1500" b="0">
                <a:solidFill>
                  <a:schemeClr val="tx1"/>
                </a:solidFill>
              </a:defRPr>
            </a:lvl1pPr>
            <a:lvl2pPr marL="342883" indent="0">
              <a:buNone/>
              <a:defRPr/>
            </a:lvl2pPr>
            <a:lvl3pPr marL="685765" indent="0">
              <a:buNone/>
              <a:defRPr/>
            </a:lvl3pPr>
            <a:lvl4pPr marL="1028648" indent="0">
              <a:buNone/>
              <a:defRPr/>
            </a:lvl4pPr>
            <a:lvl5pPr marL="1371532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sp>
        <p:nvSpPr>
          <p:cNvPr id="4" name="矩形 3"/>
          <p:cNvSpPr>
            <a:spLocks noChangeAspect="1" noChangeArrowheads="1" noTextEdit="1"/>
          </p:cNvSpPr>
          <p:nvPr userDrawn="1"/>
        </p:nvSpPr>
        <p:spPr bwMode="auto">
          <a:xfrm>
            <a:off x="1589" y="0"/>
            <a:ext cx="1218882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 sz="1350"/>
          </a:p>
        </p:txBody>
      </p:sp>
      <p:grpSp>
        <p:nvGrpSpPr>
          <p:cNvPr id="9938" name="组合 9937"/>
          <p:cNvGrpSpPr/>
          <p:nvPr userDrawn="1"/>
        </p:nvGrpSpPr>
        <p:grpSpPr>
          <a:xfrm>
            <a:off x="236539" y="2736852"/>
            <a:ext cx="11599863" cy="3910013"/>
            <a:chOff x="236538" y="2736850"/>
            <a:chExt cx="11599863" cy="3910013"/>
          </a:xfrm>
        </p:grpSpPr>
        <p:sp>
          <p:nvSpPr>
            <p:cNvPr id="8" name="任意多边形: 形状 7"/>
            <p:cNvSpPr>
              <a:spLocks/>
            </p:cNvSpPr>
            <p:nvPr userDrawn="1"/>
          </p:nvSpPr>
          <p:spPr bwMode="auto">
            <a:xfrm>
              <a:off x="7237413" y="5686425"/>
              <a:ext cx="784225" cy="893763"/>
            </a:xfrm>
            <a:custGeom>
              <a:avLst/>
              <a:gdLst>
                <a:gd name="T0" fmla="*/ 62 w 268"/>
                <a:gd name="T1" fmla="*/ 45 h 305"/>
                <a:gd name="T2" fmla="*/ 268 w 268"/>
                <a:gd name="T3" fmla="*/ 109 h 305"/>
                <a:gd name="T4" fmla="*/ 206 w 268"/>
                <a:gd name="T5" fmla="*/ 305 h 305"/>
                <a:gd name="T6" fmla="*/ 0 w 268"/>
                <a:gd name="T7" fmla="*/ 240 h 305"/>
                <a:gd name="T8" fmla="*/ 62 w 268"/>
                <a:gd name="T9" fmla="*/ 45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" h="305">
                  <a:moveTo>
                    <a:pt x="62" y="45"/>
                  </a:moveTo>
                  <a:cubicBezTo>
                    <a:pt x="189" y="0"/>
                    <a:pt x="268" y="109"/>
                    <a:pt x="268" y="109"/>
                  </a:cubicBezTo>
                  <a:cubicBezTo>
                    <a:pt x="206" y="305"/>
                    <a:pt x="206" y="305"/>
                    <a:pt x="206" y="305"/>
                  </a:cubicBezTo>
                  <a:cubicBezTo>
                    <a:pt x="206" y="305"/>
                    <a:pt x="127" y="195"/>
                    <a:pt x="0" y="240"/>
                  </a:cubicBezTo>
                  <a:lnTo>
                    <a:pt x="62" y="45"/>
                  </a:lnTo>
                  <a:close/>
                </a:path>
              </a:pathLst>
            </a:custGeom>
            <a:solidFill>
              <a:srgbClr val="FFFFFF"/>
            </a:solidFill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" name="任意多边形: 形状 8"/>
            <p:cNvSpPr>
              <a:spLocks/>
            </p:cNvSpPr>
            <p:nvPr userDrawn="1"/>
          </p:nvSpPr>
          <p:spPr bwMode="auto">
            <a:xfrm>
              <a:off x="6634163" y="5500688"/>
              <a:ext cx="784225" cy="889000"/>
            </a:xfrm>
            <a:custGeom>
              <a:avLst/>
              <a:gdLst>
                <a:gd name="T0" fmla="*/ 268 w 268"/>
                <a:gd name="T1" fmla="*/ 108 h 303"/>
                <a:gd name="T2" fmla="*/ 62 w 268"/>
                <a:gd name="T3" fmla="*/ 46 h 303"/>
                <a:gd name="T4" fmla="*/ 0 w 268"/>
                <a:gd name="T5" fmla="*/ 241 h 303"/>
                <a:gd name="T6" fmla="*/ 206 w 268"/>
                <a:gd name="T7" fmla="*/ 303 h 303"/>
                <a:gd name="T8" fmla="*/ 268 w 268"/>
                <a:gd name="T9" fmla="*/ 108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" h="303">
                  <a:moveTo>
                    <a:pt x="268" y="108"/>
                  </a:moveTo>
                  <a:cubicBezTo>
                    <a:pt x="190" y="0"/>
                    <a:pt x="62" y="46"/>
                    <a:pt x="62" y="46"/>
                  </a:cubicBezTo>
                  <a:cubicBezTo>
                    <a:pt x="0" y="241"/>
                    <a:pt x="0" y="241"/>
                    <a:pt x="0" y="241"/>
                  </a:cubicBezTo>
                  <a:cubicBezTo>
                    <a:pt x="0" y="241"/>
                    <a:pt x="128" y="195"/>
                    <a:pt x="206" y="303"/>
                  </a:cubicBezTo>
                  <a:lnTo>
                    <a:pt x="268" y="108"/>
                  </a:lnTo>
                  <a:close/>
                </a:path>
              </a:pathLst>
            </a:custGeom>
            <a:solidFill>
              <a:srgbClr val="FFFFFF"/>
            </a:solidFill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0" name="任意多边形: 形状 9"/>
            <p:cNvSpPr>
              <a:spLocks/>
            </p:cNvSpPr>
            <p:nvPr userDrawn="1"/>
          </p:nvSpPr>
          <p:spPr bwMode="auto">
            <a:xfrm>
              <a:off x="6991351" y="5478463"/>
              <a:ext cx="157163" cy="136525"/>
            </a:xfrm>
            <a:custGeom>
              <a:avLst/>
              <a:gdLst>
                <a:gd name="T0" fmla="*/ 0 w 99"/>
                <a:gd name="T1" fmla="*/ 73 h 86"/>
                <a:gd name="T2" fmla="*/ 22 w 99"/>
                <a:gd name="T3" fmla="*/ 0 h 86"/>
                <a:gd name="T4" fmla="*/ 53 w 99"/>
                <a:gd name="T5" fmla="*/ 35 h 86"/>
                <a:gd name="T6" fmla="*/ 99 w 99"/>
                <a:gd name="T7" fmla="*/ 24 h 86"/>
                <a:gd name="T8" fmla="*/ 79 w 99"/>
                <a:gd name="T9" fmla="*/ 86 h 86"/>
                <a:gd name="T10" fmla="*/ 0 w 99"/>
                <a:gd name="T11" fmla="*/ 73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9" h="86">
                  <a:moveTo>
                    <a:pt x="0" y="73"/>
                  </a:moveTo>
                  <a:lnTo>
                    <a:pt x="22" y="0"/>
                  </a:lnTo>
                  <a:lnTo>
                    <a:pt x="53" y="35"/>
                  </a:lnTo>
                  <a:lnTo>
                    <a:pt x="99" y="24"/>
                  </a:lnTo>
                  <a:lnTo>
                    <a:pt x="79" y="86"/>
                  </a:lnTo>
                  <a:lnTo>
                    <a:pt x="0" y="73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1" name="任意多边形: 形状 10"/>
            <p:cNvSpPr>
              <a:spLocks/>
            </p:cNvSpPr>
            <p:nvPr userDrawn="1"/>
          </p:nvSpPr>
          <p:spPr bwMode="auto">
            <a:xfrm>
              <a:off x="6991351" y="5478463"/>
              <a:ext cx="157163" cy="136525"/>
            </a:xfrm>
            <a:custGeom>
              <a:avLst/>
              <a:gdLst>
                <a:gd name="T0" fmla="*/ 0 w 99"/>
                <a:gd name="T1" fmla="*/ 73 h 86"/>
                <a:gd name="T2" fmla="*/ 22 w 99"/>
                <a:gd name="T3" fmla="*/ 0 h 86"/>
                <a:gd name="T4" fmla="*/ 53 w 99"/>
                <a:gd name="T5" fmla="*/ 35 h 86"/>
                <a:gd name="T6" fmla="*/ 99 w 99"/>
                <a:gd name="T7" fmla="*/ 24 h 86"/>
                <a:gd name="T8" fmla="*/ 79 w 99"/>
                <a:gd name="T9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9" h="86">
                  <a:moveTo>
                    <a:pt x="0" y="73"/>
                  </a:moveTo>
                  <a:lnTo>
                    <a:pt x="22" y="0"/>
                  </a:lnTo>
                  <a:lnTo>
                    <a:pt x="53" y="35"/>
                  </a:lnTo>
                  <a:lnTo>
                    <a:pt x="99" y="24"/>
                  </a:lnTo>
                  <a:lnTo>
                    <a:pt x="79" y="8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4" name="任意多边形: 形状 13"/>
            <p:cNvSpPr>
              <a:spLocks/>
            </p:cNvSpPr>
            <p:nvPr userDrawn="1"/>
          </p:nvSpPr>
          <p:spPr bwMode="auto">
            <a:xfrm>
              <a:off x="7032626" y="5492750"/>
              <a:ext cx="157163" cy="134938"/>
            </a:xfrm>
            <a:custGeom>
              <a:avLst/>
              <a:gdLst>
                <a:gd name="T0" fmla="*/ 0 w 99"/>
                <a:gd name="T1" fmla="*/ 72 h 85"/>
                <a:gd name="T2" fmla="*/ 22 w 99"/>
                <a:gd name="T3" fmla="*/ 0 h 85"/>
                <a:gd name="T4" fmla="*/ 53 w 99"/>
                <a:gd name="T5" fmla="*/ 33 h 85"/>
                <a:gd name="T6" fmla="*/ 99 w 99"/>
                <a:gd name="T7" fmla="*/ 24 h 85"/>
                <a:gd name="T8" fmla="*/ 79 w 99"/>
                <a:gd name="T9" fmla="*/ 85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9" h="85">
                  <a:moveTo>
                    <a:pt x="0" y="72"/>
                  </a:moveTo>
                  <a:lnTo>
                    <a:pt x="22" y="0"/>
                  </a:lnTo>
                  <a:lnTo>
                    <a:pt x="53" y="33"/>
                  </a:lnTo>
                  <a:lnTo>
                    <a:pt x="99" y="24"/>
                  </a:lnTo>
                  <a:lnTo>
                    <a:pt x="79" y="85"/>
                  </a:ln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5" name="任意多边形: 形状 14"/>
            <p:cNvSpPr>
              <a:spLocks/>
            </p:cNvSpPr>
            <p:nvPr userDrawn="1"/>
          </p:nvSpPr>
          <p:spPr bwMode="auto">
            <a:xfrm>
              <a:off x="7207251" y="5735638"/>
              <a:ext cx="782638" cy="893763"/>
            </a:xfrm>
            <a:custGeom>
              <a:avLst/>
              <a:gdLst>
                <a:gd name="T0" fmla="*/ 62 w 267"/>
                <a:gd name="T1" fmla="*/ 45 h 305"/>
                <a:gd name="T2" fmla="*/ 267 w 267"/>
                <a:gd name="T3" fmla="*/ 109 h 305"/>
                <a:gd name="T4" fmla="*/ 205 w 267"/>
                <a:gd name="T5" fmla="*/ 305 h 305"/>
                <a:gd name="T6" fmla="*/ 0 w 267"/>
                <a:gd name="T7" fmla="*/ 240 h 305"/>
                <a:gd name="T8" fmla="*/ 62 w 267"/>
                <a:gd name="T9" fmla="*/ 45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7" h="305">
                  <a:moveTo>
                    <a:pt x="62" y="45"/>
                  </a:moveTo>
                  <a:cubicBezTo>
                    <a:pt x="188" y="0"/>
                    <a:pt x="267" y="109"/>
                    <a:pt x="267" y="109"/>
                  </a:cubicBezTo>
                  <a:cubicBezTo>
                    <a:pt x="205" y="305"/>
                    <a:pt x="205" y="305"/>
                    <a:pt x="205" y="305"/>
                  </a:cubicBezTo>
                  <a:cubicBezTo>
                    <a:pt x="205" y="305"/>
                    <a:pt x="126" y="195"/>
                    <a:pt x="0" y="240"/>
                  </a:cubicBezTo>
                  <a:lnTo>
                    <a:pt x="62" y="45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6" name="任意多边形: 形状 15"/>
            <p:cNvSpPr>
              <a:spLocks/>
            </p:cNvSpPr>
            <p:nvPr userDrawn="1"/>
          </p:nvSpPr>
          <p:spPr bwMode="auto">
            <a:xfrm>
              <a:off x="6578601" y="5541963"/>
              <a:ext cx="784225" cy="889000"/>
            </a:xfrm>
            <a:custGeom>
              <a:avLst/>
              <a:gdLst>
                <a:gd name="T0" fmla="*/ 268 w 268"/>
                <a:gd name="T1" fmla="*/ 108 h 303"/>
                <a:gd name="T2" fmla="*/ 61 w 268"/>
                <a:gd name="T3" fmla="*/ 45 h 303"/>
                <a:gd name="T4" fmla="*/ 0 w 268"/>
                <a:gd name="T5" fmla="*/ 241 h 303"/>
                <a:gd name="T6" fmla="*/ 206 w 268"/>
                <a:gd name="T7" fmla="*/ 303 h 303"/>
                <a:gd name="T8" fmla="*/ 268 w 268"/>
                <a:gd name="T9" fmla="*/ 108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" h="303">
                  <a:moveTo>
                    <a:pt x="268" y="108"/>
                  </a:moveTo>
                  <a:cubicBezTo>
                    <a:pt x="189" y="0"/>
                    <a:pt x="61" y="45"/>
                    <a:pt x="61" y="45"/>
                  </a:cubicBezTo>
                  <a:cubicBezTo>
                    <a:pt x="0" y="241"/>
                    <a:pt x="0" y="241"/>
                    <a:pt x="0" y="241"/>
                  </a:cubicBezTo>
                  <a:cubicBezTo>
                    <a:pt x="0" y="241"/>
                    <a:pt x="128" y="195"/>
                    <a:pt x="206" y="303"/>
                  </a:cubicBezTo>
                  <a:lnTo>
                    <a:pt x="268" y="108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7" name="任意多边形: 形状 16"/>
            <p:cNvSpPr>
              <a:spLocks/>
            </p:cNvSpPr>
            <p:nvPr userDrawn="1"/>
          </p:nvSpPr>
          <p:spPr bwMode="auto">
            <a:xfrm>
              <a:off x="7207251" y="6389688"/>
              <a:ext cx="539750" cy="219075"/>
            </a:xfrm>
            <a:custGeom>
              <a:avLst/>
              <a:gdLst>
                <a:gd name="T0" fmla="*/ 184 w 184"/>
                <a:gd name="T1" fmla="*/ 75 h 75"/>
                <a:gd name="T2" fmla="*/ 0 w 184"/>
                <a:gd name="T3" fmla="*/ 34 h 75"/>
                <a:gd name="T4" fmla="*/ 10 w 184"/>
                <a:gd name="T5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4" h="75">
                  <a:moveTo>
                    <a:pt x="184" y="75"/>
                  </a:moveTo>
                  <a:cubicBezTo>
                    <a:pt x="153" y="46"/>
                    <a:pt x="88" y="2"/>
                    <a:pt x="0" y="34"/>
                  </a:cubicBezTo>
                  <a:cubicBezTo>
                    <a:pt x="10" y="0"/>
                    <a:pt x="10" y="0"/>
                    <a:pt x="10" y="0"/>
                  </a:cubicBez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8" name="任意多边形: 形状 17"/>
            <p:cNvSpPr>
              <a:spLocks/>
            </p:cNvSpPr>
            <p:nvPr userDrawn="1"/>
          </p:nvSpPr>
          <p:spPr bwMode="auto">
            <a:xfrm>
              <a:off x="6691313" y="6265863"/>
              <a:ext cx="546100" cy="222250"/>
            </a:xfrm>
            <a:custGeom>
              <a:avLst/>
              <a:gdLst>
                <a:gd name="T0" fmla="*/ 0 w 186"/>
                <a:gd name="T1" fmla="*/ 6 h 76"/>
                <a:gd name="T2" fmla="*/ 176 w 186"/>
                <a:gd name="T3" fmla="*/ 76 h 76"/>
                <a:gd name="T4" fmla="*/ 186 w 186"/>
                <a:gd name="T5" fmla="*/ 42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6" h="76">
                  <a:moveTo>
                    <a:pt x="0" y="6"/>
                  </a:moveTo>
                  <a:cubicBezTo>
                    <a:pt x="43" y="0"/>
                    <a:pt x="121" y="0"/>
                    <a:pt x="176" y="76"/>
                  </a:cubicBezTo>
                  <a:cubicBezTo>
                    <a:pt x="186" y="42"/>
                    <a:pt x="186" y="42"/>
                    <a:pt x="186" y="42"/>
                  </a:cubicBez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9" name="任意多边形: 形状 18"/>
            <p:cNvSpPr>
              <a:spLocks/>
            </p:cNvSpPr>
            <p:nvPr userDrawn="1"/>
          </p:nvSpPr>
          <p:spPr bwMode="auto">
            <a:xfrm>
              <a:off x="7397751" y="6099175"/>
              <a:ext cx="411163" cy="219075"/>
            </a:xfrm>
            <a:custGeom>
              <a:avLst/>
              <a:gdLst>
                <a:gd name="T0" fmla="*/ 140 w 140"/>
                <a:gd name="T1" fmla="*/ 75 h 75"/>
                <a:gd name="T2" fmla="*/ 0 w 140"/>
                <a:gd name="T3" fmla="*/ 3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0" h="75">
                  <a:moveTo>
                    <a:pt x="140" y="75"/>
                  </a:moveTo>
                  <a:cubicBezTo>
                    <a:pt x="140" y="75"/>
                    <a:pt x="86" y="0"/>
                    <a:pt x="0" y="31"/>
                  </a:cubicBez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0" name="任意多边形: 形状 19"/>
            <p:cNvSpPr>
              <a:spLocks/>
            </p:cNvSpPr>
            <p:nvPr userDrawn="1"/>
          </p:nvSpPr>
          <p:spPr bwMode="auto">
            <a:xfrm>
              <a:off x="7462838" y="5899150"/>
              <a:ext cx="409575" cy="217488"/>
            </a:xfrm>
            <a:custGeom>
              <a:avLst/>
              <a:gdLst>
                <a:gd name="T0" fmla="*/ 140 w 140"/>
                <a:gd name="T1" fmla="*/ 74 h 74"/>
                <a:gd name="T2" fmla="*/ 0 w 140"/>
                <a:gd name="T3" fmla="*/ 3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0" h="74">
                  <a:moveTo>
                    <a:pt x="140" y="74"/>
                  </a:moveTo>
                  <a:cubicBezTo>
                    <a:pt x="140" y="74"/>
                    <a:pt x="86" y="0"/>
                    <a:pt x="0" y="30"/>
                  </a:cubicBez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1" name="任意多边形: 形状 20"/>
            <p:cNvSpPr>
              <a:spLocks/>
            </p:cNvSpPr>
            <p:nvPr userDrawn="1"/>
          </p:nvSpPr>
          <p:spPr bwMode="auto">
            <a:xfrm>
              <a:off x="7237413" y="5686425"/>
              <a:ext cx="784225" cy="893763"/>
            </a:xfrm>
            <a:custGeom>
              <a:avLst/>
              <a:gdLst>
                <a:gd name="T0" fmla="*/ 62 w 268"/>
                <a:gd name="T1" fmla="*/ 45 h 305"/>
                <a:gd name="T2" fmla="*/ 268 w 268"/>
                <a:gd name="T3" fmla="*/ 109 h 305"/>
                <a:gd name="T4" fmla="*/ 206 w 268"/>
                <a:gd name="T5" fmla="*/ 305 h 305"/>
                <a:gd name="T6" fmla="*/ 0 w 268"/>
                <a:gd name="T7" fmla="*/ 240 h 305"/>
                <a:gd name="T8" fmla="*/ 62 w 268"/>
                <a:gd name="T9" fmla="*/ 45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" h="305">
                  <a:moveTo>
                    <a:pt x="62" y="45"/>
                  </a:moveTo>
                  <a:cubicBezTo>
                    <a:pt x="189" y="0"/>
                    <a:pt x="268" y="109"/>
                    <a:pt x="268" y="109"/>
                  </a:cubicBezTo>
                  <a:cubicBezTo>
                    <a:pt x="206" y="305"/>
                    <a:pt x="206" y="305"/>
                    <a:pt x="206" y="305"/>
                  </a:cubicBezTo>
                  <a:cubicBezTo>
                    <a:pt x="206" y="305"/>
                    <a:pt x="127" y="195"/>
                    <a:pt x="0" y="240"/>
                  </a:cubicBezTo>
                  <a:lnTo>
                    <a:pt x="62" y="45"/>
                  </a:ln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2" name="任意多边形: 形状 21"/>
            <p:cNvSpPr>
              <a:spLocks/>
            </p:cNvSpPr>
            <p:nvPr userDrawn="1"/>
          </p:nvSpPr>
          <p:spPr bwMode="auto">
            <a:xfrm>
              <a:off x="6634163" y="5500688"/>
              <a:ext cx="784225" cy="889000"/>
            </a:xfrm>
            <a:custGeom>
              <a:avLst/>
              <a:gdLst>
                <a:gd name="T0" fmla="*/ 268 w 268"/>
                <a:gd name="T1" fmla="*/ 108 h 303"/>
                <a:gd name="T2" fmla="*/ 62 w 268"/>
                <a:gd name="T3" fmla="*/ 46 h 303"/>
                <a:gd name="T4" fmla="*/ 0 w 268"/>
                <a:gd name="T5" fmla="*/ 241 h 303"/>
                <a:gd name="T6" fmla="*/ 206 w 268"/>
                <a:gd name="T7" fmla="*/ 303 h 303"/>
                <a:gd name="T8" fmla="*/ 268 w 268"/>
                <a:gd name="T9" fmla="*/ 108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" h="303">
                  <a:moveTo>
                    <a:pt x="268" y="108"/>
                  </a:moveTo>
                  <a:cubicBezTo>
                    <a:pt x="190" y="0"/>
                    <a:pt x="62" y="46"/>
                    <a:pt x="62" y="46"/>
                  </a:cubicBezTo>
                  <a:cubicBezTo>
                    <a:pt x="0" y="241"/>
                    <a:pt x="0" y="241"/>
                    <a:pt x="0" y="241"/>
                  </a:cubicBezTo>
                  <a:cubicBezTo>
                    <a:pt x="0" y="241"/>
                    <a:pt x="128" y="195"/>
                    <a:pt x="206" y="303"/>
                  </a:cubicBezTo>
                  <a:lnTo>
                    <a:pt x="268" y="108"/>
                  </a:ln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3" name="任意多边形: 形状 22"/>
            <p:cNvSpPr>
              <a:spLocks/>
            </p:cNvSpPr>
            <p:nvPr userDrawn="1"/>
          </p:nvSpPr>
          <p:spPr bwMode="auto">
            <a:xfrm>
              <a:off x="6808788" y="5919788"/>
              <a:ext cx="412750" cy="214313"/>
            </a:xfrm>
            <a:custGeom>
              <a:avLst/>
              <a:gdLst>
                <a:gd name="T0" fmla="*/ 0 w 141"/>
                <a:gd name="T1" fmla="*/ 31 h 73"/>
                <a:gd name="T2" fmla="*/ 141 w 141"/>
                <a:gd name="T3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1" h="73">
                  <a:moveTo>
                    <a:pt x="0" y="31"/>
                  </a:moveTo>
                  <a:cubicBezTo>
                    <a:pt x="0" y="31"/>
                    <a:pt x="88" y="0"/>
                    <a:pt x="141" y="73"/>
                  </a:cubicBez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4" name="任意多边形: 形状 23"/>
            <p:cNvSpPr>
              <a:spLocks/>
            </p:cNvSpPr>
            <p:nvPr userDrawn="1"/>
          </p:nvSpPr>
          <p:spPr bwMode="auto">
            <a:xfrm>
              <a:off x="6873876" y="5718175"/>
              <a:ext cx="409575" cy="217488"/>
            </a:xfrm>
            <a:custGeom>
              <a:avLst/>
              <a:gdLst>
                <a:gd name="T0" fmla="*/ 0 w 140"/>
                <a:gd name="T1" fmla="*/ 31 h 74"/>
                <a:gd name="T2" fmla="*/ 140 w 140"/>
                <a:gd name="T3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0" h="74">
                  <a:moveTo>
                    <a:pt x="0" y="31"/>
                  </a:moveTo>
                  <a:cubicBezTo>
                    <a:pt x="0" y="31"/>
                    <a:pt x="87" y="0"/>
                    <a:pt x="140" y="74"/>
                  </a:cubicBez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5" name="任意多边形: 形状 24"/>
            <p:cNvSpPr>
              <a:spLocks/>
            </p:cNvSpPr>
            <p:nvPr userDrawn="1"/>
          </p:nvSpPr>
          <p:spPr bwMode="auto">
            <a:xfrm>
              <a:off x="3586163" y="5573713"/>
              <a:ext cx="519113" cy="231775"/>
            </a:xfrm>
            <a:custGeom>
              <a:avLst/>
              <a:gdLst>
                <a:gd name="T0" fmla="*/ 0 w 327"/>
                <a:gd name="T1" fmla="*/ 60 h 146"/>
                <a:gd name="T2" fmla="*/ 310 w 327"/>
                <a:gd name="T3" fmla="*/ 146 h 146"/>
                <a:gd name="T4" fmla="*/ 327 w 327"/>
                <a:gd name="T5" fmla="*/ 87 h 146"/>
                <a:gd name="T6" fmla="*/ 19 w 327"/>
                <a:gd name="T7" fmla="*/ 0 h 146"/>
                <a:gd name="T8" fmla="*/ 0 w 327"/>
                <a:gd name="T9" fmla="*/ 60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146">
                  <a:moveTo>
                    <a:pt x="0" y="60"/>
                  </a:moveTo>
                  <a:lnTo>
                    <a:pt x="310" y="146"/>
                  </a:lnTo>
                  <a:lnTo>
                    <a:pt x="327" y="87"/>
                  </a:lnTo>
                  <a:lnTo>
                    <a:pt x="19" y="0"/>
                  </a:lnTo>
                  <a:lnTo>
                    <a:pt x="0" y="6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6" name="任意多边形: 形状 25"/>
            <p:cNvSpPr>
              <a:spLocks/>
            </p:cNvSpPr>
            <p:nvPr userDrawn="1"/>
          </p:nvSpPr>
          <p:spPr bwMode="auto">
            <a:xfrm>
              <a:off x="3422651" y="5680075"/>
              <a:ext cx="612775" cy="903288"/>
            </a:xfrm>
            <a:custGeom>
              <a:avLst/>
              <a:gdLst>
                <a:gd name="T0" fmla="*/ 60 w 209"/>
                <a:gd name="T1" fmla="*/ 297 h 308"/>
                <a:gd name="T2" fmla="*/ 60 w 209"/>
                <a:gd name="T3" fmla="*/ 297 h 308"/>
                <a:gd name="T4" fmla="*/ 149 w 209"/>
                <a:gd name="T5" fmla="*/ 248 h 308"/>
                <a:gd name="T6" fmla="*/ 209 w 209"/>
                <a:gd name="T7" fmla="*/ 39 h 308"/>
                <a:gd name="T8" fmla="*/ 71 w 209"/>
                <a:gd name="T9" fmla="*/ 0 h 308"/>
                <a:gd name="T10" fmla="*/ 11 w 209"/>
                <a:gd name="T11" fmla="*/ 210 h 308"/>
                <a:gd name="T12" fmla="*/ 60 w 209"/>
                <a:gd name="T13" fmla="*/ 297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9" h="308">
                  <a:moveTo>
                    <a:pt x="60" y="297"/>
                  </a:moveTo>
                  <a:cubicBezTo>
                    <a:pt x="60" y="297"/>
                    <a:pt x="60" y="297"/>
                    <a:pt x="60" y="297"/>
                  </a:cubicBezTo>
                  <a:cubicBezTo>
                    <a:pt x="98" y="308"/>
                    <a:pt x="138" y="286"/>
                    <a:pt x="149" y="248"/>
                  </a:cubicBezTo>
                  <a:cubicBezTo>
                    <a:pt x="209" y="39"/>
                    <a:pt x="209" y="39"/>
                    <a:pt x="209" y="39"/>
                  </a:cubicBezTo>
                  <a:cubicBezTo>
                    <a:pt x="71" y="0"/>
                    <a:pt x="71" y="0"/>
                    <a:pt x="71" y="0"/>
                  </a:cubicBezTo>
                  <a:cubicBezTo>
                    <a:pt x="11" y="210"/>
                    <a:pt x="11" y="210"/>
                    <a:pt x="11" y="210"/>
                  </a:cubicBezTo>
                  <a:cubicBezTo>
                    <a:pt x="0" y="247"/>
                    <a:pt x="22" y="286"/>
                    <a:pt x="60" y="29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7" name="任意多边形: 形状 26"/>
            <p:cNvSpPr>
              <a:spLocks/>
            </p:cNvSpPr>
            <p:nvPr userDrawn="1"/>
          </p:nvSpPr>
          <p:spPr bwMode="auto">
            <a:xfrm>
              <a:off x="3543301" y="5683250"/>
              <a:ext cx="427038" cy="412750"/>
            </a:xfrm>
            <a:custGeom>
              <a:avLst/>
              <a:gdLst>
                <a:gd name="T0" fmla="*/ 116 w 146"/>
                <a:gd name="T1" fmla="*/ 137 h 141"/>
                <a:gd name="T2" fmla="*/ 92 w 146"/>
                <a:gd name="T3" fmla="*/ 135 h 141"/>
                <a:gd name="T4" fmla="*/ 56 w 146"/>
                <a:gd name="T5" fmla="*/ 138 h 141"/>
                <a:gd name="T6" fmla="*/ 29 w 146"/>
                <a:gd name="T7" fmla="*/ 121 h 141"/>
                <a:gd name="T8" fmla="*/ 0 w 146"/>
                <a:gd name="T9" fmla="*/ 110 h 141"/>
                <a:gd name="T10" fmla="*/ 32 w 146"/>
                <a:gd name="T11" fmla="*/ 0 h 141"/>
                <a:gd name="T12" fmla="*/ 146 w 146"/>
                <a:gd name="T13" fmla="*/ 32 h 141"/>
                <a:gd name="T14" fmla="*/ 117 w 146"/>
                <a:gd name="T15" fmla="*/ 13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6" h="141">
                  <a:moveTo>
                    <a:pt x="116" y="137"/>
                  </a:moveTo>
                  <a:cubicBezTo>
                    <a:pt x="108" y="135"/>
                    <a:pt x="101" y="134"/>
                    <a:pt x="92" y="135"/>
                  </a:cubicBezTo>
                  <a:cubicBezTo>
                    <a:pt x="80" y="136"/>
                    <a:pt x="68" y="141"/>
                    <a:pt x="56" y="138"/>
                  </a:cubicBezTo>
                  <a:cubicBezTo>
                    <a:pt x="46" y="135"/>
                    <a:pt x="38" y="127"/>
                    <a:pt x="29" y="121"/>
                  </a:cubicBezTo>
                  <a:cubicBezTo>
                    <a:pt x="21" y="114"/>
                    <a:pt x="11" y="108"/>
                    <a:pt x="0" y="11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146" y="32"/>
                    <a:pt x="146" y="32"/>
                    <a:pt x="146" y="32"/>
                  </a:cubicBezTo>
                  <a:cubicBezTo>
                    <a:pt x="117" y="132"/>
                    <a:pt x="117" y="132"/>
                    <a:pt x="117" y="132"/>
                  </a:cubicBezTo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8" name="任意多边形: 形状 27"/>
            <p:cNvSpPr>
              <a:spLocks/>
            </p:cNvSpPr>
            <p:nvPr userDrawn="1"/>
          </p:nvSpPr>
          <p:spPr bwMode="auto">
            <a:xfrm>
              <a:off x="3568701" y="6051550"/>
              <a:ext cx="114300" cy="112713"/>
            </a:xfrm>
            <a:custGeom>
              <a:avLst/>
              <a:gdLst>
                <a:gd name="T0" fmla="*/ 3 w 39"/>
                <a:gd name="T1" fmla="*/ 14 h 38"/>
                <a:gd name="T2" fmla="*/ 15 w 39"/>
                <a:gd name="T3" fmla="*/ 35 h 38"/>
                <a:gd name="T4" fmla="*/ 36 w 39"/>
                <a:gd name="T5" fmla="*/ 24 h 38"/>
                <a:gd name="T6" fmla="*/ 24 w 39"/>
                <a:gd name="T7" fmla="*/ 2 h 38"/>
                <a:gd name="T8" fmla="*/ 3 w 39"/>
                <a:gd name="T9" fmla="*/ 14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38">
                  <a:moveTo>
                    <a:pt x="3" y="14"/>
                  </a:moveTo>
                  <a:cubicBezTo>
                    <a:pt x="0" y="23"/>
                    <a:pt x="5" y="33"/>
                    <a:pt x="15" y="35"/>
                  </a:cubicBezTo>
                  <a:cubicBezTo>
                    <a:pt x="24" y="38"/>
                    <a:pt x="34" y="33"/>
                    <a:pt x="36" y="24"/>
                  </a:cubicBezTo>
                  <a:cubicBezTo>
                    <a:pt x="39" y="14"/>
                    <a:pt x="34" y="5"/>
                    <a:pt x="24" y="2"/>
                  </a:cubicBezTo>
                  <a:cubicBezTo>
                    <a:pt x="15" y="0"/>
                    <a:pt x="5" y="5"/>
                    <a:pt x="3" y="14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9" name="任意多边形: 形状 28"/>
            <p:cNvSpPr>
              <a:spLocks/>
            </p:cNvSpPr>
            <p:nvPr userDrawn="1"/>
          </p:nvSpPr>
          <p:spPr bwMode="auto">
            <a:xfrm>
              <a:off x="3484563" y="6257925"/>
              <a:ext cx="93663" cy="90488"/>
            </a:xfrm>
            <a:custGeom>
              <a:avLst/>
              <a:gdLst>
                <a:gd name="T0" fmla="*/ 2 w 32"/>
                <a:gd name="T1" fmla="*/ 11 h 31"/>
                <a:gd name="T2" fmla="*/ 12 w 32"/>
                <a:gd name="T3" fmla="*/ 29 h 31"/>
                <a:gd name="T4" fmla="*/ 30 w 32"/>
                <a:gd name="T5" fmla="*/ 19 h 31"/>
                <a:gd name="T6" fmla="*/ 20 w 32"/>
                <a:gd name="T7" fmla="*/ 2 h 31"/>
                <a:gd name="T8" fmla="*/ 2 w 32"/>
                <a:gd name="T9" fmla="*/ 1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31">
                  <a:moveTo>
                    <a:pt x="2" y="11"/>
                  </a:moveTo>
                  <a:cubicBezTo>
                    <a:pt x="0" y="19"/>
                    <a:pt x="5" y="27"/>
                    <a:pt x="12" y="29"/>
                  </a:cubicBezTo>
                  <a:cubicBezTo>
                    <a:pt x="20" y="31"/>
                    <a:pt x="28" y="26"/>
                    <a:pt x="30" y="19"/>
                  </a:cubicBezTo>
                  <a:cubicBezTo>
                    <a:pt x="32" y="12"/>
                    <a:pt x="27" y="4"/>
                    <a:pt x="20" y="2"/>
                  </a:cubicBezTo>
                  <a:cubicBezTo>
                    <a:pt x="12" y="0"/>
                    <a:pt x="5" y="4"/>
                    <a:pt x="2" y="11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0" name="任意多边形: 形状 29"/>
            <p:cNvSpPr>
              <a:spLocks/>
            </p:cNvSpPr>
            <p:nvPr userDrawn="1"/>
          </p:nvSpPr>
          <p:spPr bwMode="auto">
            <a:xfrm>
              <a:off x="3675063" y="6216650"/>
              <a:ext cx="166688" cy="163513"/>
            </a:xfrm>
            <a:custGeom>
              <a:avLst/>
              <a:gdLst>
                <a:gd name="T0" fmla="*/ 4 w 57"/>
                <a:gd name="T1" fmla="*/ 21 h 56"/>
                <a:gd name="T2" fmla="*/ 21 w 57"/>
                <a:gd name="T3" fmla="*/ 53 h 56"/>
                <a:gd name="T4" fmla="*/ 53 w 57"/>
                <a:gd name="T5" fmla="*/ 35 h 56"/>
                <a:gd name="T6" fmla="*/ 35 w 57"/>
                <a:gd name="T7" fmla="*/ 4 h 56"/>
                <a:gd name="T8" fmla="*/ 4 w 57"/>
                <a:gd name="T9" fmla="*/ 21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" h="56">
                  <a:moveTo>
                    <a:pt x="4" y="21"/>
                  </a:moveTo>
                  <a:cubicBezTo>
                    <a:pt x="0" y="35"/>
                    <a:pt x="8" y="49"/>
                    <a:pt x="21" y="53"/>
                  </a:cubicBezTo>
                  <a:cubicBezTo>
                    <a:pt x="35" y="56"/>
                    <a:pt x="49" y="49"/>
                    <a:pt x="53" y="35"/>
                  </a:cubicBezTo>
                  <a:cubicBezTo>
                    <a:pt x="57" y="22"/>
                    <a:pt x="49" y="8"/>
                    <a:pt x="35" y="4"/>
                  </a:cubicBezTo>
                  <a:cubicBezTo>
                    <a:pt x="22" y="0"/>
                    <a:pt x="8" y="8"/>
                    <a:pt x="4" y="21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1" name="任意多边形: 形状 30"/>
            <p:cNvSpPr>
              <a:spLocks/>
            </p:cNvSpPr>
            <p:nvPr userDrawn="1"/>
          </p:nvSpPr>
          <p:spPr bwMode="auto">
            <a:xfrm>
              <a:off x="3422651" y="5680075"/>
              <a:ext cx="612775" cy="903288"/>
            </a:xfrm>
            <a:custGeom>
              <a:avLst/>
              <a:gdLst>
                <a:gd name="T0" fmla="*/ 60 w 209"/>
                <a:gd name="T1" fmla="*/ 297 h 308"/>
                <a:gd name="T2" fmla="*/ 60 w 209"/>
                <a:gd name="T3" fmla="*/ 297 h 308"/>
                <a:gd name="T4" fmla="*/ 149 w 209"/>
                <a:gd name="T5" fmla="*/ 248 h 308"/>
                <a:gd name="T6" fmla="*/ 209 w 209"/>
                <a:gd name="T7" fmla="*/ 39 h 308"/>
                <a:gd name="T8" fmla="*/ 71 w 209"/>
                <a:gd name="T9" fmla="*/ 0 h 308"/>
                <a:gd name="T10" fmla="*/ 11 w 209"/>
                <a:gd name="T11" fmla="*/ 210 h 308"/>
                <a:gd name="T12" fmla="*/ 60 w 209"/>
                <a:gd name="T13" fmla="*/ 297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9" h="308">
                  <a:moveTo>
                    <a:pt x="60" y="297"/>
                  </a:moveTo>
                  <a:cubicBezTo>
                    <a:pt x="60" y="297"/>
                    <a:pt x="60" y="297"/>
                    <a:pt x="60" y="297"/>
                  </a:cubicBezTo>
                  <a:cubicBezTo>
                    <a:pt x="98" y="308"/>
                    <a:pt x="138" y="286"/>
                    <a:pt x="149" y="248"/>
                  </a:cubicBezTo>
                  <a:cubicBezTo>
                    <a:pt x="209" y="39"/>
                    <a:pt x="209" y="39"/>
                    <a:pt x="209" y="39"/>
                  </a:cubicBezTo>
                  <a:cubicBezTo>
                    <a:pt x="71" y="0"/>
                    <a:pt x="71" y="0"/>
                    <a:pt x="71" y="0"/>
                  </a:cubicBezTo>
                  <a:cubicBezTo>
                    <a:pt x="11" y="210"/>
                    <a:pt x="11" y="210"/>
                    <a:pt x="11" y="210"/>
                  </a:cubicBezTo>
                  <a:cubicBezTo>
                    <a:pt x="0" y="247"/>
                    <a:pt x="22" y="286"/>
                    <a:pt x="60" y="297"/>
                  </a:cubicBez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792" name="任意多边形: 形状 9791"/>
            <p:cNvSpPr>
              <a:spLocks/>
            </p:cNvSpPr>
            <p:nvPr userDrawn="1"/>
          </p:nvSpPr>
          <p:spPr bwMode="auto">
            <a:xfrm>
              <a:off x="3551238" y="5534025"/>
              <a:ext cx="519113" cy="230188"/>
            </a:xfrm>
            <a:custGeom>
              <a:avLst/>
              <a:gdLst>
                <a:gd name="T0" fmla="*/ 0 w 327"/>
                <a:gd name="T1" fmla="*/ 59 h 145"/>
                <a:gd name="T2" fmla="*/ 310 w 327"/>
                <a:gd name="T3" fmla="*/ 145 h 145"/>
                <a:gd name="T4" fmla="*/ 327 w 327"/>
                <a:gd name="T5" fmla="*/ 86 h 145"/>
                <a:gd name="T6" fmla="*/ 19 w 327"/>
                <a:gd name="T7" fmla="*/ 0 h 145"/>
                <a:gd name="T8" fmla="*/ 0 w 327"/>
                <a:gd name="T9" fmla="*/ 59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145">
                  <a:moveTo>
                    <a:pt x="0" y="59"/>
                  </a:moveTo>
                  <a:lnTo>
                    <a:pt x="310" y="145"/>
                  </a:lnTo>
                  <a:lnTo>
                    <a:pt x="327" y="86"/>
                  </a:lnTo>
                  <a:lnTo>
                    <a:pt x="19" y="0"/>
                  </a:lnTo>
                  <a:lnTo>
                    <a:pt x="0" y="59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793" name="任意多边形: 形状 9792"/>
            <p:cNvSpPr>
              <a:spLocks/>
            </p:cNvSpPr>
            <p:nvPr userDrawn="1"/>
          </p:nvSpPr>
          <p:spPr bwMode="auto">
            <a:xfrm>
              <a:off x="3586163" y="5573713"/>
              <a:ext cx="519113" cy="231775"/>
            </a:xfrm>
            <a:custGeom>
              <a:avLst/>
              <a:gdLst>
                <a:gd name="T0" fmla="*/ 0 w 327"/>
                <a:gd name="T1" fmla="*/ 60 h 146"/>
                <a:gd name="T2" fmla="*/ 310 w 327"/>
                <a:gd name="T3" fmla="*/ 146 h 146"/>
                <a:gd name="T4" fmla="*/ 327 w 327"/>
                <a:gd name="T5" fmla="*/ 87 h 146"/>
                <a:gd name="T6" fmla="*/ 19 w 327"/>
                <a:gd name="T7" fmla="*/ 0 h 146"/>
                <a:gd name="T8" fmla="*/ 0 w 327"/>
                <a:gd name="T9" fmla="*/ 60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146">
                  <a:moveTo>
                    <a:pt x="0" y="60"/>
                  </a:moveTo>
                  <a:lnTo>
                    <a:pt x="310" y="146"/>
                  </a:lnTo>
                  <a:lnTo>
                    <a:pt x="327" y="87"/>
                  </a:lnTo>
                  <a:lnTo>
                    <a:pt x="19" y="0"/>
                  </a:lnTo>
                  <a:lnTo>
                    <a:pt x="0" y="60"/>
                  </a:ln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794" name="任意多边形: 形状 9793"/>
            <p:cNvSpPr>
              <a:spLocks/>
            </p:cNvSpPr>
            <p:nvPr userDrawn="1"/>
          </p:nvSpPr>
          <p:spPr bwMode="auto">
            <a:xfrm>
              <a:off x="3543301" y="5999163"/>
              <a:ext cx="392113" cy="117475"/>
            </a:xfrm>
            <a:custGeom>
              <a:avLst/>
              <a:gdLst>
                <a:gd name="T0" fmla="*/ 134 w 134"/>
                <a:gd name="T1" fmla="*/ 40 h 40"/>
                <a:gd name="T2" fmla="*/ 92 w 134"/>
                <a:gd name="T3" fmla="*/ 27 h 40"/>
                <a:gd name="T4" fmla="*/ 56 w 134"/>
                <a:gd name="T5" fmla="*/ 30 h 40"/>
                <a:gd name="T6" fmla="*/ 29 w 134"/>
                <a:gd name="T7" fmla="*/ 13 h 40"/>
                <a:gd name="T8" fmla="*/ 0 w 134"/>
                <a:gd name="T9" fmla="*/ 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4" h="40">
                  <a:moveTo>
                    <a:pt x="134" y="40"/>
                  </a:moveTo>
                  <a:cubicBezTo>
                    <a:pt x="122" y="30"/>
                    <a:pt x="108" y="25"/>
                    <a:pt x="92" y="27"/>
                  </a:cubicBezTo>
                  <a:cubicBezTo>
                    <a:pt x="80" y="28"/>
                    <a:pt x="68" y="33"/>
                    <a:pt x="56" y="30"/>
                  </a:cubicBezTo>
                  <a:cubicBezTo>
                    <a:pt x="46" y="27"/>
                    <a:pt x="38" y="19"/>
                    <a:pt x="29" y="13"/>
                  </a:cubicBezTo>
                  <a:cubicBezTo>
                    <a:pt x="21" y="6"/>
                    <a:pt x="11" y="0"/>
                    <a:pt x="0" y="2"/>
                  </a:cubicBez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795" name="任意多边形: 形状 9794"/>
            <p:cNvSpPr>
              <a:spLocks/>
            </p:cNvSpPr>
            <p:nvPr userDrawn="1"/>
          </p:nvSpPr>
          <p:spPr bwMode="auto">
            <a:xfrm>
              <a:off x="3606801" y="6078538"/>
              <a:ext cx="117475" cy="111125"/>
            </a:xfrm>
            <a:custGeom>
              <a:avLst/>
              <a:gdLst>
                <a:gd name="T0" fmla="*/ 3 w 40"/>
                <a:gd name="T1" fmla="*/ 14 h 38"/>
                <a:gd name="T2" fmla="*/ 15 w 40"/>
                <a:gd name="T3" fmla="*/ 36 h 38"/>
                <a:gd name="T4" fmla="*/ 37 w 40"/>
                <a:gd name="T5" fmla="*/ 24 h 38"/>
                <a:gd name="T6" fmla="*/ 25 w 40"/>
                <a:gd name="T7" fmla="*/ 2 h 38"/>
                <a:gd name="T8" fmla="*/ 3 w 40"/>
                <a:gd name="T9" fmla="*/ 14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38">
                  <a:moveTo>
                    <a:pt x="3" y="14"/>
                  </a:moveTo>
                  <a:cubicBezTo>
                    <a:pt x="0" y="23"/>
                    <a:pt x="6" y="33"/>
                    <a:pt x="15" y="36"/>
                  </a:cubicBezTo>
                  <a:cubicBezTo>
                    <a:pt x="24" y="38"/>
                    <a:pt x="34" y="33"/>
                    <a:pt x="37" y="24"/>
                  </a:cubicBezTo>
                  <a:cubicBezTo>
                    <a:pt x="40" y="14"/>
                    <a:pt x="34" y="5"/>
                    <a:pt x="25" y="2"/>
                  </a:cubicBezTo>
                  <a:cubicBezTo>
                    <a:pt x="15" y="0"/>
                    <a:pt x="6" y="5"/>
                    <a:pt x="3" y="14"/>
                  </a:cubicBez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796" name="任意多边形: 形状 9795"/>
            <p:cNvSpPr>
              <a:spLocks/>
            </p:cNvSpPr>
            <p:nvPr userDrawn="1"/>
          </p:nvSpPr>
          <p:spPr bwMode="auto">
            <a:xfrm>
              <a:off x="3525838" y="6283325"/>
              <a:ext cx="90488" cy="90488"/>
            </a:xfrm>
            <a:custGeom>
              <a:avLst/>
              <a:gdLst>
                <a:gd name="T0" fmla="*/ 2 w 31"/>
                <a:gd name="T1" fmla="*/ 11 h 31"/>
                <a:gd name="T2" fmla="*/ 12 w 31"/>
                <a:gd name="T3" fmla="*/ 29 h 31"/>
                <a:gd name="T4" fmla="*/ 29 w 31"/>
                <a:gd name="T5" fmla="*/ 19 h 31"/>
                <a:gd name="T6" fmla="*/ 19 w 31"/>
                <a:gd name="T7" fmla="*/ 2 h 31"/>
                <a:gd name="T8" fmla="*/ 2 w 31"/>
                <a:gd name="T9" fmla="*/ 1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1">
                  <a:moveTo>
                    <a:pt x="2" y="11"/>
                  </a:moveTo>
                  <a:cubicBezTo>
                    <a:pt x="0" y="19"/>
                    <a:pt x="4" y="27"/>
                    <a:pt x="12" y="29"/>
                  </a:cubicBezTo>
                  <a:cubicBezTo>
                    <a:pt x="19" y="31"/>
                    <a:pt x="27" y="27"/>
                    <a:pt x="29" y="19"/>
                  </a:cubicBezTo>
                  <a:cubicBezTo>
                    <a:pt x="31" y="12"/>
                    <a:pt x="27" y="4"/>
                    <a:pt x="19" y="2"/>
                  </a:cubicBezTo>
                  <a:cubicBezTo>
                    <a:pt x="12" y="0"/>
                    <a:pt x="4" y="4"/>
                    <a:pt x="2" y="11"/>
                  </a:cubicBez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797" name="任意多边形: 形状 9796"/>
            <p:cNvSpPr>
              <a:spLocks/>
            </p:cNvSpPr>
            <p:nvPr userDrawn="1"/>
          </p:nvSpPr>
          <p:spPr bwMode="auto">
            <a:xfrm>
              <a:off x="3716338" y="6242050"/>
              <a:ext cx="163513" cy="165100"/>
            </a:xfrm>
            <a:custGeom>
              <a:avLst/>
              <a:gdLst>
                <a:gd name="T0" fmla="*/ 3 w 56"/>
                <a:gd name="T1" fmla="*/ 21 h 56"/>
                <a:gd name="T2" fmla="*/ 21 w 56"/>
                <a:gd name="T3" fmla="*/ 53 h 56"/>
                <a:gd name="T4" fmla="*/ 53 w 56"/>
                <a:gd name="T5" fmla="*/ 35 h 56"/>
                <a:gd name="T6" fmla="*/ 35 w 56"/>
                <a:gd name="T7" fmla="*/ 4 h 56"/>
                <a:gd name="T8" fmla="*/ 3 w 56"/>
                <a:gd name="T9" fmla="*/ 21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" h="56">
                  <a:moveTo>
                    <a:pt x="3" y="21"/>
                  </a:moveTo>
                  <a:cubicBezTo>
                    <a:pt x="0" y="35"/>
                    <a:pt x="7" y="49"/>
                    <a:pt x="21" y="53"/>
                  </a:cubicBezTo>
                  <a:cubicBezTo>
                    <a:pt x="35" y="56"/>
                    <a:pt x="49" y="49"/>
                    <a:pt x="53" y="35"/>
                  </a:cubicBezTo>
                  <a:cubicBezTo>
                    <a:pt x="56" y="22"/>
                    <a:pt x="49" y="8"/>
                    <a:pt x="35" y="4"/>
                  </a:cubicBezTo>
                  <a:cubicBezTo>
                    <a:pt x="21" y="0"/>
                    <a:pt x="7" y="8"/>
                    <a:pt x="3" y="21"/>
                  </a:cubicBez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798" name="任意多边形: 形状 9797"/>
            <p:cNvSpPr>
              <a:spLocks/>
            </p:cNvSpPr>
            <p:nvPr userDrawn="1"/>
          </p:nvSpPr>
          <p:spPr bwMode="auto">
            <a:xfrm>
              <a:off x="3609976" y="5756275"/>
              <a:ext cx="117475" cy="31750"/>
            </a:xfrm>
            <a:custGeom>
              <a:avLst/>
              <a:gdLst>
                <a:gd name="T0" fmla="*/ 0 w 74"/>
                <a:gd name="T1" fmla="*/ 0 h 20"/>
                <a:gd name="T2" fmla="*/ 74 w 74"/>
                <a:gd name="T3" fmla="*/ 20 h 20"/>
                <a:gd name="T4" fmla="*/ 0 w 74"/>
                <a:gd name="T5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4" h="20">
                  <a:moveTo>
                    <a:pt x="0" y="0"/>
                  </a:moveTo>
                  <a:lnTo>
                    <a:pt x="74" y="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799" name="直接连接符 9798"/>
            <p:cNvSpPr>
              <a:spLocks noChangeShapeType="1"/>
            </p:cNvSpPr>
            <p:nvPr userDrawn="1"/>
          </p:nvSpPr>
          <p:spPr bwMode="auto">
            <a:xfrm>
              <a:off x="3609976" y="5756275"/>
              <a:ext cx="117475" cy="31750"/>
            </a:xfrm>
            <a:prstGeom prst="line">
              <a:avLst/>
            </a:pr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00" name="任意多边形: 形状 9799"/>
            <p:cNvSpPr>
              <a:spLocks/>
            </p:cNvSpPr>
            <p:nvPr userDrawn="1"/>
          </p:nvSpPr>
          <p:spPr bwMode="auto">
            <a:xfrm>
              <a:off x="3586163" y="5835650"/>
              <a:ext cx="76200" cy="20638"/>
            </a:xfrm>
            <a:custGeom>
              <a:avLst/>
              <a:gdLst>
                <a:gd name="T0" fmla="*/ 0 w 48"/>
                <a:gd name="T1" fmla="*/ 0 h 13"/>
                <a:gd name="T2" fmla="*/ 48 w 48"/>
                <a:gd name="T3" fmla="*/ 13 h 13"/>
                <a:gd name="T4" fmla="*/ 0 w 48"/>
                <a:gd name="T5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8" h="13">
                  <a:moveTo>
                    <a:pt x="0" y="0"/>
                  </a:moveTo>
                  <a:lnTo>
                    <a:pt x="48" y="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03" name="直接连接符 9802"/>
            <p:cNvSpPr>
              <a:spLocks noChangeShapeType="1"/>
            </p:cNvSpPr>
            <p:nvPr userDrawn="1"/>
          </p:nvSpPr>
          <p:spPr bwMode="auto">
            <a:xfrm>
              <a:off x="3586163" y="5835650"/>
              <a:ext cx="76200" cy="20638"/>
            </a:xfrm>
            <a:prstGeom prst="line">
              <a:avLst/>
            </a:pr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04" name="任意多边形: 形状 9803"/>
            <p:cNvSpPr>
              <a:spLocks/>
            </p:cNvSpPr>
            <p:nvPr userDrawn="1"/>
          </p:nvSpPr>
          <p:spPr bwMode="auto">
            <a:xfrm>
              <a:off x="3563938" y="5915025"/>
              <a:ext cx="117475" cy="31750"/>
            </a:xfrm>
            <a:custGeom>
              <a:avLst/>
              <a:gdLst>
                <a:gd name="T0" fmla="*/ 0 w 74"/>
                <a:gd name="T1" fmla="*/ 0 h 20"/>
                <a:gd name="T2" fmla="*/ 74 w 74"/>
                <a:gd name="T3" fmla="*/ 20 h 20"/>
                <a:gd name="T4" fmla="*/ 0 w 74"/>
                <a:gd name="T5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4" h="20">
                  <a:moveTo>
                    <a:pt x="0" y="0"/>
                  </a:moveTo>
                  <a:lnTo>
                    <a:pt x="74" y="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05" name="直接连接符 9804"/>
            <p:cNvSpPr>
              <a:spLocks noChangeShapeType="1"/>
            </p:cNvSpPr>
            <p:nvPr userDrawn="1"/>
          </p:nvSpPr>
          <p:spPr bwMode="auto">
            <a:xfrm>
              <a:off x="3563938" y="5915025"/>
              <a:ext cx="117475" cy="31750"/>
            </a:xfrm>
            <a:prstGeom prst="line">
              <a:avLst/>
            </a:pr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06" name="任意多边形: 形状 9805"/>
            <p:cNvSpPr>
              <a:spLocks/>
            </p:cNvSpPr>
            <p:nvPr userDrawn="1"/>
          </p:nvSpPr>
          <p:spPr bwMode="auto">
            <a:xfrm>
              <a:off x="10617201" y="5029200"/>
              <a:ext cx="647700" cy="377825"/>
            </a:xfrm>
            <a:custGeom>
              <a:avLst/>
              <a:gdLst>
                <a:gd name="T0" fmla="*/ 33 w 408"/>
                <a:gd name="T1" fmla="*/ 238 h 238"/>
                <a:gd name="T2" fmla="*/ 408 w 408"/>
                <a:gd name="T3" fmla="*/ 72 h 238"/>
                <a:gd name="T4" fmla="*/ 377 w 408"/>
                <a:gd name="T5" fmla="*/ 0 h 238"/>
                <a:gd name="T6" fmla="*/ 0 w 408"/>
                <a:gd name="T7" fmla="*/ 166 h 238"/>
                <a:gd name="T8" fmla="*/ 33 w 408"/>
                <a:gd name="T9" fmla="*/ 238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8" h="238">
                  <a:moveTo>
                    <a:pt x="33" y="238"/>
                  </a:moveTo>
                  <a:lnTo>
                    <a:pt x="408" y="72"/>
                  </a:lnTo>
                  <a:lnTo>
                    <a:pt x="377" y="0"/>
                  </a:lnTo>
                  <a:lnTo>
                    <a:pt x="0" y="166"/>
                  </a:lnTo>
                  <a:lnTo>
                    <a:pt x="33" y="2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07" name="任意多边形: 形状 9806"/>
            <p:cNvSpPr>
              <a:spLocks/>
            </p:cNvSpPr>
            <p:nvPr userDrawn="1"/>
          </p:nvSpPr>
          <p:spPr bwMode="auto">
            <a:xfrm>
              <a:off x="10723563" y="5167313"/>
              <a:ext cx="890588" cy="1157288"/>
            </a:xfrm>
            <a:custGeom>
              <a:avLst/>
              <a:gdLst>
                <a:gd name="T0" fmla="*/ 237 w 304"/>
                <a:gd name="T1" fmla="*/ 374 h 395"/>
                <a:gd name="T2" fmla="*/ 237 w 304"/>
                <a:gd name="T3" fmla="*/ 374 h 395"/>
                <a:gd name="T4" fmla="*/ 283 w 304"/>
                <a:gd name="T5" fmla="*/ 254 h 395"/>
                <a:gd name="T6" fmla="*/ 167 w 304"/>
                <a:gd name="T7" fmla="*/ 0 h 395"/>
                <a:gd name="T8" fmla="*/ 0 w 304"/>
                <a:gd name="T9" fmla="*/ 74 h 395"/>
                <a:gd name="T10" fmla="*/ 115 w 304"/>
                <a:gd name="T11" fmla="*/ 329 h 395"/>
                <a:gd name="T12" fmla="*/ 237 w 304"/>
                <a:gd name="T13" fmla="*/ 374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4" h="395">
                  <a:moveTo>
                    <a:pt x="237" y="374"/>
                  </a:moveTo>
                  <a:cubicBezTo>
                    <a:pt x="237" y="374"/>
                    <a:pt x="237" y="374"/>
                    <a:pt x="237" y="374"/>
                  </a:cubicBezTo>
                  <a:cubicBezTo>
                    <a:pt x="283" y="354"/>
                    <a:pt x="304" y="300"/>
                    <a:pt x="283" y="254"/>
                  </a:cubicBezTo>
                  <a:cubicBezTo>
                    <a:pt x="167" y="0"/>
                    <a:pt x="167" y="0"/>
                    <a:pt x="167" y="0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115" y="329"/>
                    <a:pt x="115" y="329"/>
                    <a:pt x="115" y="329"/>
                  </a:cubicBezTo>
                  <a:cubicBezTo>
                    <a:pt x="136" y="374"/>
                    <a:pt x="190" y="395"/>
                    <a:pt x="237" y="37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08" name="任意多边形: 形状 9807"/>
            <p:cNvSpPr>
              <a:spLocks/>
            </p:cNvSpPr>
            <p:nvPr userDrawn="1"/>
          </p:nvSpPr>
          <p:spPr bwMode="auto">
            <a:xfrm>
              <a:off x="10728326" y="5202238"/>
              <a:ext cx="577850" cy="571500"/>
            </a:xfrm>
            <a:custGeom>
              <a:avLst/>
              <a:gdLst>
                <a:gd name="T0" fmla="*/ 197 w 197"/>
                <a:gd name="T1" fmla="*/ 128 h 195"/>
                <a:gd name="T2" fmla="*/ 171 w 197"/>
                <a:gd name="T3" fmla="*/ 145 h 195"/>
                <a:gd name="T4" fmla="*/ 139 w 197"/>
                <a:gd name="T5" fmla="*/ 177 h 195"/>
                <a:gd name="T6" fmla="*/ 98 w 197"/>
                <a:gd name="T7" fmla="*/ 182 h 195"/>
                <a:gd name="T8" fmla="*/ 60 w 197"/>
                <a:gd name="T9" fmla="*/ 195 h 195"/>
                <a:gd name="T10" fmla="*/ 0 w 197"/>
                <a:gd name="T11" fmla="*/ 61 h 195"/>
                <a:gd name="T12" fmla="*/ 139 w 197"/>
                <a:gd name="T13" fmla="*/ 0 h 195"/>
                <a:gd name="T14" fmla="*/ 194 w 197"/>
                <a:gd name="T15" fmla="*/ 121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7" h="195">
                  <a:moveTo>
                    <a:pt x="197" y="128"/>
                  </a:moveTo>
                  <a:cubicBezTo>
                    <a:pt x="188" y="131"/>
                    <a:pt x="179" y="137"/>
                    <a:pt x="171" y="145"/>
                  </a:cubicBezTo>
                  <a:cubicBezTo>
                    <a:pt x="161" y="156"/>
                    <a:pt x="153" y="170"/>
                    <a:pt x="139" y="177"/>
                  </a:cubicBezTo>
                  <a:cubicBezTo>
                    <a:pt x="126" y="183"/>
                    <a:pt x="112" y="181"/>
                    <a:pt x="98" y="182"/>
                  </a:cubicBezTo>
                  <a:cubicBezTo>
                    <a:pt x="84" y="182"/>
                    <a:pt x="69" y="184"/>
                    <a:pt x="60" y="195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139" y="0"/>
                    <a:pt x="139" y="0"/>
                    <a:pt x="139" y="0"/>
                  </a:cubicBezTo>
                  <a:cubicBezTo>
                    <a:pt x="194" y="121"/>
                    <a:pt x="194" y="121"/>
                    <a:pt x="194" y="121"/>
                  </a:cubicBezTo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09" name="任意多边形: 形状 9808"/>
            <p:cNvSpPr>
              <a:spLocks/>
            </p:cNvSpPr>
            <p:nvPr userDrawn="1"/>
          </p:nvSpPr>
          <p:spPr bwMode="auto">
            <a:xfrm>
              <a:off x="10998201" y="5732463"/>
              <a:ext cx="149225" cy="146050"/>
            </a:xfrm>
            <a:custGeom>
              <a:avLst/>
              <a:gdLst>
                <a:gd name="T0" fmla="*/ 5 w 51"/>
                <a:gd name="T1" fmla="*/ 34 h 50"/>
                <a:gd name="T2" fmla="*/ 34 w 51"/>
                <a:gd name="T3" fmla="*/ 45 h 50"/>
                <a:gd name="T4" fmla="*/ 46 w 51"/>
                <a:gd name="T5" fmla="*/ 16 h 50"/>
                <a:gd name="T6" fmla="*/ 16 w 51"/>
                <a:gd name="T7" fmla="*/ 5 h 50"/>
                <a:gd name="T8" fmla="*/ 5 w 51"/>
                <a:gd name="T9" fmla="*/ 34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50">
                  <a:moveTo>
                    <a:pt x="5" y="34"/>
                  </a:moveTo>
                  <a:cubicBezTo>
                    <a:pt x="10" y="45"/>
                    <a:pt x="23" y="50"/>
                    <a:pt x="34" y="45"/>
                  </a:cubicBezTo>
                  <a:cubicBezTo>
                    <a:pt x="46" y="40"/>
                    <a:pt x="51" y="27"/>
                    <a:pt x="46" y="16"/>
                  </a:cubicBezTo>
                  <a:cubicBezTo>
                    <a:pt x="41" y="5"/>
                    <a:pt x="27" y="0"/>
                    <a:pt x="16" y="5"/>
                  </a:cubicBezTo>
                  <a:cubicBezTo>
                    <a:pt x="5" y="10"/>
                    <a:pt x="0" y="23"/>
                    <a:pt x="5" y="34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10" name="任意多边形: 形状 9809"/>
            <p:cNvSpPr>
              <a:spLocks/>
            </p:cNvSpPr>
            <p:nvPr userDrawn="1"/>
          </p:nvSpPr>
          <p:spPr bwMode="auto">
            <a:xfrm>
              <a:off x="11080751" y="6013450"/>
              <a:ext cx="122238" cy="120650"/>
            </a:xfrm>
            <a:custGeom>
              <a:avLst/>
              <a:gdLst>
                <a:gd name="T0" fmla="*/ 4 w 42"/>
                <a:gd name="T1" fmla="*/ 28 h 41"/>
                <a:gd name="T2" fmla="*/ 28 w 42"/>
                <a:gd name="T3" fmla="*/ 37 h 41"/>
                <a:gd name="T4" fmla="*/ 37 w 42"/>
                <a:gd name="T5" fmla="*/ 13 h 41"/>
                <a:gd name="T6" fmla="*/ 13 w 42"/>
                <a:gd name="T7" fmla="*/ 4 h 41"/>
                <a:gd name="T8" fmla="*/ 4 w 42"/>
                <a:gd name="T9" fmla="*/ 28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41">
                  <a:moveTo>
                    <a:pt x="4" y="28"/>
                  </a:moveTo>
                  <a:cubicBezTo>
                    <a:pt x="8" y="37"/>
                    <a:pt x="19" y="41"/>
                    <a:pt x="28" y="37"/>
                  </a:cubicBezTo>
                  <a:cubicBezTo>
                    <a:pt x="37" y="33"/>
                    <a:pt x="42" y="22"/>
                    <a:pt x="37" y="13"/>
                  </a:cubicBezTo>
                  <a:cubicBezTo>
                    <a:pt x="33" y="4"/>
                    <a:pt x="23" y="0"/>
                    <a:pt x="13" y="4"/>
                  </a:cubicBezTo>
                  <a:cubicBezTo>
                    <a:pt x="4" y="8"/>
                    <a:pt x="0" y="19"/>
                    <a:pt x="4" y="28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11" name="任意多边形: 形状 9810"/>
            <p:cNvSpPr>
              <a:spLocks/>
            </p:cNvSpPr>
            <p:nvPr userDrawn="1"/>
          </p:nvSpPr>
          <p:spPr bwMode="auto">
            <a:xfrm>
              <a:off x="11253788" y="5780088"/>
              <a:ext cx="215900" cy="215900"/>
            </a:xfrm>
            <a:custGeom>
              <a:avLst/>
              <a:gdLst>
                <a:gd name="T0" fmla="*/ 7 w 74"/>
                <a:gd name="T1" fmla="*/ 50 h 74"/>
                <a:gd name="T2" fmla="*/ 51 w 74"/>
                <a:gd name="T3" fmla="*/ 66 h 74"/>
                <a:gd name="T4" fmla="*/ 67 w 74"/>
                <a:gd name="T5" fmla="*/ 24 h 74"/>
                <a:gd name="T6" fmla="*/ 24 w 74"/>
                <a:gd name="T7" fmla="*/ 7 h 74"/>
                <a:gd name="T8" fmla="*/ 7 w 74"/>
                <a:gd name="T9" fmla="*/ 5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4" h="74">
                  <a:moveTo>
                    <a:pt x="7" y="50"/>
                  </a:moveTo>
                  <a:cubicBezTo>
                    <a:pt x="15" y="66"/>
                    <a:pt x="34" y="74"/>
                    <a:pt x="51" y="66"/>
                  </a:cubicBezTo>
                  <a:cubicBezTo>
                    <a:pt x="67" y="59"/>
                    <a:pt x="74" y="40"/>
                    <a:pt x="67" y="24"/>
                  </a:cubicBezTo>
                  <a:cubicBezTo>
                    <a:pt x="60" y="7"/>
                    <a:pt x="40" y="0"/>
                    <a:pt x="24" y="7"/>
                  </a:cubicBezTo>
                  <a:cubicBezTo>
                    <a:pt x="7" y="15"/>
                    <a:pt x="0" y="34"/>
                    <a:pt x="7" y="50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12" name="任意多边形: 形状 9811"/>
            <p:cNvSpPr>
              <a:spLocks/>
            </p:cNvSpPr>
            <p:nvPr userDrawn="1"/>
          </p:nvSpPr>
          <p:spPr bwMode="auto">
            <a:xfrm>
              <a:off x="10723563" y="5167313"/>
              <a:ext cx="890588" cy="1157288"/>
            </a:xfrm>
            <a:custGeom>
              <a:avLst/>
              <a:gdLst>
                <a:gd name="T0" fmla="*/ 237 w 304"/>
                <a:gd name="T1" fmla="*/ 374 h 395"/>
                <a:gd name="T2" fmla="*/ 237 w 304"/>
                <a:gd name="T3" fmla="*/ 374 h 395"/>
                <a:gd name="T4" fmla="*/ 283 w 304"/>
                <a:gd name="T5" fmla="*/ 254 h 395"/>
                <a:gd name="T6" fmla="*/ 167 w 304"/>
                <a:gd name="T7" fmla="*/ 0 h 395"/>
                <a:gd name="T8" fmla="*/ 0 w 304"/>
                <a:gd name="T9" fmla="*/ 74 h 395"/>
                <a:gd name="T10" fmla="*/ 115 w 304"/>
                <a:gd name="T11" fmla="*/ 329 h 395"/>
                <a:gd name="T12" fmla="*/ 237 w 304"/>
                <a:gd name="T13" fmla="*/ 374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4" h="395">
                  <a:moveTo>
                    <a:pt x="237" y="374"/>
                  </a:moveTo>
                  <a:cubicBezTo>
                    <a:pt x="237" y="374"/>
                    <a:pt x="237" y="374"/>
                    <a:pt x="237" y="374"/>
                  </a:cubicBezTo>
                  <a:cubicBezTo>
                    <a:pt x="283" y="354"/>
                    <a:pt x="304" y="300"/>
                    <a:pt x="283" y="254"/>
                  </a:cubicBezTo>
                  <a:cubicBezTo>
                    <a:pt x="167" y="0"/>
                    <a:pt x="167" y="0"/>
                    <a:pt x="167" y="0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115" y="329"/>
                    <a:pt x="115" y="329"/>
                    <a:pt x="115" y="329"/>
                  </a:cubicBezTo>
                  <a:cubicBezTo>
                    <a:pt x="136" y="374"/>
                    <a:pt x="190" y="395"/>
                    <a:pt x="237" y="374"/>
                  </a:cubicBez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13" name="任意多边形: 形状 9812"/>
            <p:cNvSpPr>
              <a:spLocks/>
            </p:cNvSpPr>
            <p:nvPr userDrawn="1"/>
          </p:nvSpPr>
          <p:spPr bwMode="auto">
            <a:xfrm>
              <a:off x="10547351" y="5018088"/>
              <a:ext cx="649288" cy="377825"/>
            </a:xfrm>
            <a:custGeom>
              <a:avLst/>
              <a:gdLst>
                <a:gd name="T0" fmla="*/ 33 w 409"/>
                <a:gd name="T1" fmla="*/ 238 h 238"/>
                <a:gd name="T2" fmla="*/ 409 w 409"/>
                <a:gd name="T3" fmla="*/ 72 h 238"/>
                <a:gd name="T4" fmla="*/ 376 w 409"/>
                <a:gd name="T5" fmla="*/ 0 h 238"/>
                <a:gd name="T6" fmla="*/ 0 w 409"/>
                <a:gd name="T7" fmla="*/ 166 h 238"/>
                <a:gd name="T8" fmla="*/ 33 w 409"/>
                <a:gd name="T9" fmla="*/ 238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9" h="238">
                  <a:moveTo>
                    <a:pt x="33" y="238"/>
                  </a:moveTo>
                  <a:lnTo>
                    <a:pt x="409" y="72"/>
                  </a:lnTo>
                  <a:lnTo>
                    <a:pt x="376" y="0"/>
                  </a:lnTo>
                  <a:lnTo>
                    <a:pt x="0" y="166"/>
                  </a:lnTo>
                  <a:lnTo>
                    <a:pt x="33" y="238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14" name="任意多边形: 形状 9813"/>
            <p:cNvSpPr>
              <a:spLocks/>
            </p:cNvSpPr>
            <p:nvPr userDrawn="1"/>
          </p:nvSpPr>
          <p:spPr bwMode="auto">
            <a:xfrm>
              <a:off x="10617201" y="5029200"/>
              <a:ext cx="647700" cy="377825"/>
            </a:xfrm>
            <a:custGeom>
              <a:avLst/>
              <a:gdLst>
                <a:gd name="T0" fmla="*/ 33 w 408"/>
                <a:gd name="T1" fmla="*/ 238 h 238"/>
                <a:gd name="T2" fmla="*/ 408 w 408"/>
                <a:gd name="T3" fmla="*/ 72 h 238"/>
                <a:gd name="T4" fmla="*/ 377 w 408"/>
                <a:gd name="T5" fmla="*/ 0 h 238"/>
                <a:gd name="T6" fmla="*/ 0 w 408"/>
                <a:gd name="T7" fmla="*/ 166 h 238"/>
                <a:gd name="T8" fmla="*/ 33 w 408"/>
                <a:gd name="T9" fmla="*/ 238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8" h="238">
                  <a:moveTo>
                    <a:pt x="33" y="238"/>
                  </a:moveTo>
                  <a:lnTo>
                    <a:pt x="408" y="72"/>
                  </a:lnTo>
                  <a:lnTo>
                    <a:pt x="377" y="0"/>
                  </a:lnTo>
                  <a:lnTo>
                    <a:pt x="0" y="166"/>
                  </a:lnTo>
                  <a:lnTo>
                    <a:pt x="33" y="238"/>
                  </a:ln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15" name="任意多边形: 形状 9814"/>
            <p:cNvSpPr>
              <a:spLocks/>
            </p:cNvSpPr>
            <p:nvPr userDrawn="1"/>
          </p:nvSpPr>
          <p:spPr bwMode="auto">
            <a:xfrm>
              <a:off x="10904538" y="5562600"/>
              <a:ext cx="481013" cy="211138"/>
            </a:xfrm>
            <a:custGeom>
              <a:avLst/>
              <a:gdLst>
                <a:gd name="T0" fmla="*/ 164 w 164"/>
                <a:gd name="T1" fmla="*/ 0 h 72"/>
                <a:gd name="T2" fmla="*/ 111 w 164"/>
                <a:gd name="T3" fmla="*/ 22 h 72"/>
                <a:gd name="T4" fmla="*/ 79 w 164"/>
                <a:gd name="T5" fmla="*/ 54 h 72"/>
                <a:gd name="T6" fmla="*/ 38 w 164"/>
                <a:gd name="T7" fmla="*/ 59 h 72"/>
                <a:gd name="T8" fmla="*/ 0 w 164"/>
                <a:gd name="T9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4" h="72">
                  <a:moveTo>
                    <a:pt x="164" y="0"/>
                  </a:moveTo>
                  <a:cubicBezTo>
                    <a:pt x="143" y="0"/>
                    <a:pt x="126" y="7"/>
                    <a:pt x="111" y="22"/>
                  </a:cubicBezTo>
                  <a:cubicBezTo>
                    <a:pt x="101" y="33"/>
                    <a:pt x="93" y="47"/>
                    <a:pt x="79" y="54"/>
                  </a:cubicBezTo>
                  <a:cubicBezTo>
                    <a:pt x="66" y="60"/>
                    <a:pt x="52" y="58"/>
                    <a:pt x="38" y="59"/>
                  </a:cubicBezTo>
                  <a:cubicBezTo>
                    <a:pt x="24" y="59"/>
                    <a:pt x="9" y="61"/>
                    <a:pt x="0" y="72"/>
                  </a:cubicBezTo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16" name="任意多边形: 形状 9815"/>
            <p:cNvSpPr>
              <a:spLocks/>
            </p:cNvSpPr>
            <p:nvPr userDrawn="1"/>
          </p:nvSpPr>
          <p:spPr bwMode="auto">
            <a:xfrm>
              <a:off x="11060113" y="5726113"/>
              <a:ext cx="149225" cy="147638"/>
            </a:xfrm>
            <a:custGeom>
              <a:avLst/>
              <a:gdLst>
                <a:gd name="T0" fmla="*/ 5 w 51"/>
                <a:gd name="T1" fmla="*/ 34 h 50"/>
                <a:gd name="T2" fmla="*/ 34 w 51"/>
                <a:gd name="T3" fmla="*/ 45 h 50"/>
                <a:gd name="T4" fmla="*/ 46 w 51"/>
                <a:gd name="T5" fmla="*/ 16 h 50"/>
                <a:gd name="T6" fmla="*/ 16 w 51"/>
                <a:gd name="T7" fmla="*/ 5 h 50"/>
                <a:gd name="T8" fmla="*/ 5 w 51"/>
                <a:gd name="T9" fmla="*/ 34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50">
                  <a:moveTo>
                    <a:pt x="5" y="34"/>
                  </a:moveTo>
                  <a:cubicBezTo>
                    <a:pt x="10" y="45"/>
                    <a:pt x="23" y="50"/>
                    <a:pt x="34" y="45"/>
                  </a:cubicBezTo>
                  <a:cubicBezTo>
                    <a:pt x="46" y="40"/>
                    <a:pt x="51" y="27"/>
                    <a:pt x="46" y="16"/>
                  </a:cubicBezTo>
                  <a:cubicBezTo>
                    <a:pt x="41" y="5"/>
                    <a:pt x="27" y="0"/>
                    <a:pt x="16" y="5"/>
                  </a:cubicBezTo>
                  <a:cubicBezTo>
                    <a:pt x="5" y="10"/>
                    <a:pt x="0" y="23"/>
                    <a:pt x="5" y="34"/>
                  </a:cubicBez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17" name="任意多边形: 形状 9816"/>
            <p:cNvSpPr>
              <a:spLocks/>
            </p:cNvSpPr>
            <p:nvPr userDrawn="1"/>
          </p:nvSpPr>
          <p:spPr bwMode="auto">
            <a:xfrm>
              <a:off x="11141076" y="6008688"/>
              <a:ext cx="120650" cy="119063"/>
            </a:xfrm>
            <a:custGeom>
              <a:avLst/>
              <a:gdLst>
                <a:gd name="T0" fmla="*/ 4 w 41"/>
                <a:gd name="T1" fmla="*/ 28 h 41"/>
                <a:gd name="T2" fmla="*/ 28 w 41"/>
                <a:gd name="T3" fmla="*/ 37 h 41"/>
                <a:gd name="T4" fmla="*/ 37 w 41"/>
                <a:gd name="T5" fmla="*/ 13 h 41"/>
                <a:gd name="T6" fmla="*/ 13 w 41"/>
                <a:gd name="T7" fmla="*/ 4 h 41"/>
                <a:gd name="T8" fmla="*/ 4 w 41"/>
                <a:gd name="T9" fmla="*/ 28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41">
                  <a:moveTo>
                    <a:pt x="4" y="28"/>
                  </a:moveTo>
                  <a:cubicBezTo>
                    <a:pt x="8" y="37"/>
                    <a:pt x="19" y="41"/>
                    <a:pt x="28" y="37"/>
                  </a:cubicBezTo>
                  <a:cubicBezTo>
                    <a:pt x="37" y="33"/>
                    <a:pt x="41" y="22"/>
                    <a:pt x="37" y="13"/>
                  </a:cubicBezTo>
                  <a:cubicBezTo>
                    <a:pt x="33" y="4"/>
                    <a:pt x="23" y="0"/>
                    <a:pt x="13" y="4"/>
                  </a:cubicBezTo>
                  <a:cubicBezTo>
                    <a:pt x="4" y="8"/>
                    <a:pt x="0" y="19"/>
                    <a:pt x="4" y="28"/>
                  </a:cubicBez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18" name="任意多边形: 形状 9817"/>
            <p:cNvSpPr>
              <a:spLocks/>
            </p:cNvSpPr>
            <p:nvPr userDrawn="1"/>
          </p:nvSpPr>
          <p:spPr bwMode="auto">
            <a:xfrm>
              <a:off x="11314113" y="5773738"/>
              <a:ext cx="217488" cy="217488"/>
            </a:xfrm>
            <a:custGeom>
              <a:avLst/>
              <a:gdLst>
                <a:gd name="T0" fmla="*/ 7 w 74"/>
                <a:gd name="T1" fmla="*/ 50 h 74"/>
                <a:gd name="T2" fmla="*/ 50 w 74"/>
                <a:gd name="T3" fmla="*/ 66 h 74"/>
                <a:gd name="T4" fmla="*/ 67 w 74"/>
                <a:gd name="T5" fmla="*/ 23 h 74"/>
                <a:gd name="T6" fmla="*/ 24 w 74"/>
                <a:gd name="T7" fmla="*/ 7 h 74"/>
                <a:gd name="T8" fmla="*/ 7 w 74"/>
                <a:gd name="T9" fmla="*/ 5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4" h="74">
                  <a:moveTo>
                    <a:pt x="7" y="50"/>
                  </a:moveTo>
                  <a:cubicBezTo>
                    <a:pt x="15" y="66"/>
                    <a:pt x="34" y="74"/>
                    <a:pt x="50" y="66"/>
                  </a:cubicBezTo>
                  <a:cubicBezTo>
                    <a:pt x="67" y="59"/>
                    <a:pt x="74" y="40"/>
                    <a:pt x="67" y="23"/>
                  </a:cubicBezTo>
                  <a:cubicBezTo>
                    <a:pt x="59" y="7"/>
                    <a:pt x="40" y="0"/>
                    <a:pt x="24" y="7"/>
                  </a:cubicBezTo>
                  <a:cubicBezTo>
                    <a:pt x="7" y="15"/>
                    <a:pt x="0" y="34"/>
                    <a:pt x="7" y="50"/>
                  </a:cubicBez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19" name="任意多边形: 形状 9818"/>
            <p:cNvSpPr>
              <a:spLocks/>
            </p:cNvSpPr>
            <p:nvPr userDrawn="1"/>
          </p:nvSpPr>
          <p:spPr bwMode="auto">
            <a:xfrm>
              <a:off x="10763251" y="5413375"/>
              <a:ext cx="141288" cy="61913"/>
            </a:xfrm>
            <a:custGeom>
              <a:avLst/>
              <a:gdLst>
                <a:gd name="T0" fmla="*/ 0 w 89"/>
                <a:gd name="T1" fmla="*/ 39 h 39"/>
                <a:gd name="T2" fmla="*/ 89 w 89"/>
                <a:gd name="T3" fmla="*/ 0 h 39"/>
                <a:gd name="T4" fmla="*/ 0 w 89"/>
                <a:gd name="T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9" h="39">
                  <a:moveTo>
                    <a:pt x="0" y="39"/>
                  </a:moveTo>
                  <a:lnTo>
                    <a:pt x="89" y="0"/>
                  </a:lnTo>
                  <a:lnTo>
                    <a:pt x="0" y="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20" name="直接连接符 9819"/>
            <p:cNvSpPr>
              <a:spLocks noChangeShapeType="1"/>
            </p:cNvSpPr>
            <p:nvPr userDrawn="1"/>
          </p:nvSpPr>
          <p:spPr bwMode="auto">
            <a:xfrm flipV="1">
              <a:off x="10763251" y="5413375"/>
              <a:ext cx="141288" cy="61913"/>
            </a:xfrm>
            <a:prstGeom prst="line">
              <a:avLst/>
            </a:pr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21" name="任意多边形: 形状 9820"/>
            <p:cNvSpPr>
              <a:spLocks/>
            </p:cNvSpPr>
            <p:nvPr userDrawn="1"/>
          </p:nvSpPr>
          <p:spPr bwMode="auto">
            <a:xfrm>
              <a:off x="10804526" y="5530850"/>
              <a:ext cx="93663" cy="41275"/>
            </a:xfrm>
            <a:custGeom>
              <a:avLst/>
              <a:gdLst>
                <a:gd name="T0" fmla="*/ 0 w 59"/>
                <a:gd name="T1" fmla="*/ 26 h 26"/>
                <a:gd name="T2" fmla="*/ 59 w 59"/>
                <a:gd name="T3" fmla="*/ 0 h 26"/>
                <a:gd name="T4" fmla="*/ 0 w 59"/>
                <a:gd name="T5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9" h="26">
                  <a:moveTo>
                    <a:pt x="0" y="26"/>
                  </a:moveTo>
                  <a:lnTo>
                    <a:pt x="59" y="0"/>
                  </a:lnTo>
                  <a:lnTo>
                    <a:pt x="0" y="2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22" name="直接连接符 9821"/>
            <p:cNvSpPr>
              <a:spLocks noChangeShapeType="1"/>
            </p:cNvSpPr>
            <p:nvPr userDrawn="1"/>
          </p:nvSpPr>
          <p:spPr bwMode="auto">
            <a:xfrm flipV="1">
              <a:off x="10804526" y="5530850"/>
              <a:ext cx="93663" cy="41275"/>
            </a:xfrm>
            <a:prstGeom prst="line">
              <a:avLst/>
            </a:pr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23" name="任意多边形: 形状 9822"/>
            <p:cNvSpPr>
              <a:spLocks/>
            </p:cNvSpPr>
            <p:nvPr userDrawn="1"/>
          </p:nvSpPr>
          <p:spPr bwMode="auto">
            <a:xfrm>
              <a:off x="10848976" y="5603875"/>
              <a:ext cx="142875" cy="61913"/>
            </a:xfrm>
            <a:custGeom>
              <a:avLst/>
              <a:gdLst>
                <a:gd name="T0" fmla="*/ 0 w 90"/>
                <a:gd name="T1" fmla="*/ 39 h 39"/>
                <a:gd name="T2" fmla="*/ 90 w 90"/>
                <a:gd name="T3" fmla="*/ 0 h 39"/>
                <a:gd name="T4" fmla="*/ 0 w 90"/>
                <a:gd name="T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0" h="39">
                  <a:moveTo>
                    <a:pt x="0" y="39"/>
                  </a:moveTo>
                  <a:lnTo>
                    <a:pt x="90" y="0"/>
                  </a:lnTo>
                  <a:lnTo>
                    <a:pt x="0" y="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24" name="直接连接符 9823"/>
            <p:cNvSpPr>
              <a:spLocks noChangeShapeType="1"/>
            </p:cNvSpPr>
            <p:nvPr userDrawn="1"/>
          </p:nvSpPr>
          <p:spPr bwMode="auto">
            <a:xfrm flipV="1">
              <a:off x="10848976" y="5603875"/>
              <a:ext cx="142875" cy="61913"/>
            </a:xfrm>
            <a:prstGeom prst="line">
              <a:avLst/>
            </a:pr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25" name="任意多边形: 形状 9824"/>
            <p:cNvSpPr>
              <a:spLocks/>
            </p:cNvSpPr>
            <p:nvPr userDrawn="1"/>
          </p:nvSpPr>
          <p:spPr bwMode="auto">
            <a:xfrm>
              <a:off x="1336676" y="3698875"/>
              <a:ext cx="568325" cy="585788"/>
            </a:xfrm>
            <a:custGeom>
              <a:avLst/>
              <a:gdLst>
                <a:gd name="T0" fmla="*/ 358 w 358"/>
                <a:gd name="T1" fmla="*/ 293 h 369"/>
                <a:gd name="T2" fmla="*/ 273 w 358"/>
                <a:gd name="T3" fmla="*/ 369 h 369"/>
                <a:gd name="T4" fmla="*/ 0 w 358"/>
                <a:gd name="T5" fmla="*/ 76 h 369"/>
                <a:gd name="T6" fmla="*/ 85 w 358"/>
                <a:gd name="T7" fmla="*/ 0 h 369"/>
                <a:gd name="T8" fmla="*/ 358 w 358"/>
                <a:gd name="T9" fmla="*/ 293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8" h="369">
                  <a:moveTo>
                    <a:pt x="358" y="293"/>
                  </a:moveTo>
                  <a:lnTo>
                    <a:pt x="273" y="369"/>
                  </a:lnTo>
                  <a:lnTo>
                    <a:pt x="0" y="76"/>
                  </a:lnTo>
                  <a:lnTo>
                    <a:pt x="85" y="0"/>
                  </a:lnTo>
                  <a:lnTo>
                    <a:pt x="358" y="29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26" name="任意多边形: 形状 9825"/>
            <p:cNvSpPr>
              <a:spLocks/>
            </p:cNvSpPr>
            <p:nvPr userDrawn="1"/>
          </p:nvSpPr>
          <p:spPr bwMode="auto">
            <a:xfrm>
              <a:off x="1190626" y="3543300"/>
              <a:ext cx="307975" cy="298450"/>
            </a:xfrm>
            <a:custGeom>
              <a:avLst/>
              <a:gdLst>
                <a:gd name="T0" fmla="*/ 194 w 194"/>
                <a:gd name="T1" fmla="*/ 83 h 188"/>
                <a:gd name="T2" fmla="*/ 78 w 194"/>
                <a:gd name="T3" fmla="*/ 188 h 188"/>
                <a:gd name="T4" fmla="*/ 0 w 194"/>
                <a:gd name="T5" fmla="*/ 103 h 188"/>
                <a:gd name="T6" fmla="*/ 114 w 194"/>
                <a:gd name="T7" fmla="*/ 0 h 188"/>
                <a:gd name="T8" fmla="*/ 194 w 194"/>
                <a:gd name="T9" fmla="*/ 83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4" h="188">
                  <a:moveTo>
                    <a:pt x="194" y="83"/>
                  </a:moveTo>
                  <a:lnTo>
                    <a:pt x="78" y="188"/>
                  </a:lnTo>
                  <a:lnTo>
                    <a:pt x="0" y="103"/>
                  </a:lnTo>
                  <a:lnTo>
                    <a:pt x="114" y="0"/>
                  </a:lnTo>
                  <a:lnTo>
                    <a:pt x="194" y="8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27" name="任意多边形: 形状 9826"/>
            <p:cNvSpPr>
              <a:spLocks/>
            </p:cNvSpPr>
            <p:nvPr userDrawn="1"/>
          </p:nvSpPr>
          <p:spPr bwMode="auto">
            <a:xfrm>
              <a:off x="1384301" y="3657600"/>
              <a:ext cx="568325" cy="585788"/>
            </a:xfrm>
            <a:custGeom>
              <a:avLst/>
              <a:gdLst>
                <a:gd name="T0" fmla="*/ 358 w 358"/>
                <a:gd name="T1" fmla="*/ 294 h 369"/>
                <a:gd name="T2" fmla="*/ 273 w 358"/>
                <a:gd name="T3" fmla="*/ 369 h 369"/>
                <a:gd name="T4" fmla="*/ 0 w 358"/>
                <a:gd name="T5" fmla="*/ 76 h 369"/>
                <a:gd name="T6" fmla="*/ 85 w 358"/>
                <a:gd name="T7" fmla="*/ 0 h 369"/>
                <a:gd name="T8" fmla="*/ 358 w 358"/>
                <a:gd name="T9" fmla="*/ 294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8" h="369">
                  <a:moveTo>
                    <a:pt x="358" y="294"/>
                  </a:moveTo>
                  <a:lnTo>
                    <a:pt x="273" y="369"/>
                  </a:lnTo>
                  <a:lnTo>
                    <a:pt x="0" y="76"/>
                  </a:lnTo>
                  <a:lnTo>
                    <a:pt x="85" y="0"/>
                  </a:lnTo>
                  <a:lnTo>
                    <a:pt x="358" y="294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28" name="任意多边形: 形状 9827"/>
            <p:cNvSpPr>
              <a:spLocks/>
            </p:cNvSpPr>
            <p:nvPr userDrawn="1"/>
          </p:nvSpPr>
          <p:spPr bwMode="auto">
            <a:xfrm>
              <a:off x="1770063" y="4164013"/>
              <a:ext cx="211138" cy="206375"/>
            </a:xfrm>
            <a:custGeom>
              <a:avLst/>
              <a:gdLst>
                <a:gd name="T0" fmla="*/ 133 w 133"/>
                <a:gd name="T1" fmla="*/ 54 h 130"/>
                <a:gd name="T2" fmla="*/ 50 w 133"/>
                <a:gd name="T3" fmla="*/ 130 h 130"/>
                <a:gd name="T4" fmla="*/ 0 w 133"/>
                <a:gd name="T5" fmla="*/ 76 h 130"/>
                <a:gd name="T6" fmla="*/ 85 w 133"/>
                <a:gd name="T7" fmla="*/ 0 h 130"/>
                <a:gd name="T8" fmla="*/ 133 w 133"/>
                <a:gd name="T9" fmla="*/ 54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3" h="130">
                  <a:moveTo>
                    <a:pt x="133" y="54"/>
                  </a:moveTo>
                  <a:lnTo>
                    <a:pt x="50" y="130"/>
                  </a:lnTo>
                  <a:lnTo>
                    <a:pt x="0" y="76"/>
                  </a:lnTo>
                  <a:lnTo>
                    <a:pt x="85" y="0"/>
                  </a:lnTo>
                  <a:lnTo>
                    <a:pt x="133" y="5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29" name="任意多边形: 形状 9828"/>
            <p:cNvSpPr>
              <a:spLocks/>
            </p:cNvSpPr>
            <p:nvPr userDrawn="1"/>
          </p:nvSpPr>
          <p:spPr bwMode="auto">
            <a:xfrm>
              <a:off x="1190626" y="3543300"/>
              <a:ext cx="307975" cy="298450"/>
            </a:xfrm>
            <a:custGeom>
              <a:avLst/>
              <a:gdLst>
                <a:gd name="T0" fmla="*/ 194 w 194"/>
                <a:gd name="T1" fmla="*/ 83 h 188"/>
                <a:gd name="T2" fmla="*/ 78 w 194"/>
                <a:gd name="T3" fmla="*/ 188 h 188"/>
                <a:gd name="T4" fmla="*/ 0 w 194"/>
                <a:gd name="T5" fmla="*/ 103 h 188"/>
                <a:gd name="T6" fmla="*/ 114 w 194"/>
                <a:gd name="T7" fmla="*/ 0 h 188"/>
                <a:gd name="T8" fmla="*/ 194 w 194"/>
                <a:gd name="T9" fmla="*/ 83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4" h="188">
                  <a:moveTo>
                    <a:pt x="194" y="83"/>
                  </a:moveTo>
                  <a:lnTo>
                    <a:pt x="78" y="188"/>
                  </a:lnTo>
                  <a:lnTo>
                    <a:pt x="0" y="103"/>
                  </a:lnTo>
                  <a:lnTo>
                    <a:pt x="114" y="0"/>
                  </a:lnTo>
                  <a:lnTo>
                    <a:pt x="194" y="83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30" name="任意多边形: 形状 9829"/>
            <p:cNvSpPr>
              <a:spLocks/>
            </p:cNvSpPr>
            <p:nvPr userDrawn="1"/>
          </p:nvSpPr>
          <p:spPr bwMode="auto">
            <a:xfrm>
              <a:off x="1336676" y="3698875"/>
              <a:ext cx="568325" cy="585788"/>
            </a:xfrm>
            <a:custGeom>
              <a:avLst/>
              <a:gdLst>
                <a:gd name="T0" fmla="*/ 358 w 358"/>
                <a:gd name="T1" fmla="*/ 293 h 369"/>
                <a:gd name="T2" fmla="*/ 273 w 358"/>
                <a:gd name="T3" fmla="*/ 369 h 369"/>
                <a:gd name="T4" fmla="*/ 0 w 358"/>
                <a:gd name="T5" fmla="*/ 76 h 369"/>
                <a:gd name="T6" fmla="*/ 85 w 358"/>
                <a:gd name="T7" fmla="*/ 0 h 369"/>
                <a:gd name="T8" fmla="*/ 358 w 358"/>
                <a:gd name="T9" fmla="*/ 293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8" h="369">
                  <a:moveTo>
                    <a:pt x="358" y="293"/>
                  </a:moveTo>
                  <a:lnTo>
                    <a:pt x="273" y="369"/>
                  </a:lnTo>
                  <a:lnTo>
                    <a:pt x="0" y="76"/>
                  </a:lnTo>
                  <a:lnTo>
                    <a:pt x="85" y="0"/>
                  </a:lnTo>
                  <a:lnTo>
                    <a:pt x="358" y="293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31" name="任意多边形: 形状 9830"/>
            <p:cNvSpPr>
              <a:spLocks/>
            </p:cNvSpPr>
            <p:nvPr userDrawn="1"/>
          </p:nvSpPr>
          <p:spPr bwMode="auto">
            <a:xfrm>
              <a:off x="1770063" y="4164013"/>
              <a:ext cx="211138" cy="206375"/>
            </a:xfrm>
            <a:custGeom>
              <a:avLst/>
              <a:gdLst>
                <a:gd name="T0" fmla="*/ 133 w 133"/>
                <a:gd name="T1" fmla="*/ 54 h 130"/>
                <a:gd name="T2" fmla="*/ 50 w 133"/>
                <a:gd name="T3" fmla="*/ 130 h 130"/>
                <a:gd name="T4" fmla="*/ 0 w 133"/>
                <a:gd name="T5" fmla="*/ 76 h 130"/>
                <a:gd name="T6" fmla="*/ 85 w 133"/>
                <a:gd name="T7" fmla="*/ 0 h 130"/>
                <a:gd name="T8" fmla="*/ 133 w 133"/>
                <a:gd name="T9" fmla="*/ 54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3" h="130">
                  <a:moveTo>
                    <a:pt x="133" y="54"/>
                  </a:moveTo>
                  <a:lnTo>
                    <a:pt x="50" y="130"/>
                  </a:lnTo>
                  <a:lnTo>
                    <a:pt x="0" y="76"/>
                  </a:lnTo>
                  <a:lnTo>
                    <a:pt x="85" y="0"/>
                  </a:lnTo>
                  <a:lnTo>
                    <a:pt x="133" y="54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32" name="任意多边形: 形状 9831"/>
            <p:cNvSpPr>
              <a:spLocks/>
            </p:cNvSpPr>
            <p:nvPr userDrawn="1"/>
          </p:nvSpPr>
          <p:spPr bwMode="auto">
            <a:xfrm>
              <a:off x="449263" y="2778125"/>
              <a:ext cx="1108075" cy="1096963"/>
            </a:xfrm>
            <a:custGeom>
              <a:avLst/>
              <a:gdLst>
                <a:gd name="T0" fmla="*/ 315 w 378"/>
                <a:gd name="T1" fmla="*/ 73 h 374"/>
                <a:gd name="T2" fmla="*/ 305 w 378"/>
                <a:gd name="T3" fmla="*/ 311 h 374"/>
                <a:gd name="T4" fmla="*/ 64 w 378"/>
                <a:gd name="T5" fmla="*/ 301 h 374"/>
                <a:gd name="T6" fmla="*/ 74 w 378"/>
                <a:gd name="T7" fmla="*/ 63 h 374"/>
                <a:gd name="T8" fmla="*/ 315 w 378"/>
                <a:gd name="T9" fmla="*/ 73 h 3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8" h="374">
                  <a:moveTo>
                    <a:pt x="315" y="73"/>
                  </a:moveTo>
                  <a:cubicBezTo>
                    <a:pt x="378" y="142"/>
                    <a:pt x="374" y="248"/>
                    <a:pt x="305" y="311"/>
                  </a:cubicBezTo>
                  <a:cubicBezTo>
                    <a:pt x="235" y="374"/>
                    <a:pt x="127" y="370"/>
                    <a:pt x="64" y="301"/>
                  </a:cubicBezTo>
                  <a:cubicBezTo>
                    <a:pt x="0" y="233"/>
                    <a:pt x="5" y="126"/>
                    <a:pt x="74" y="63"/>
                  </a:cubicBezTo>
                  <a:cubicBezTo>
                    <a:pt x="143" y="0"/>
                    <a:pt x="251" y="5"/>
                    <a:pt x="315" y="73"/>
                  </a:cubicBezTo>
                  <a:close/>
                </a:path>
              </a:pathLst>
            </a:custGeom>
            <a:solidFill>
              <a:srgbClr val="FFFFFF"/>
            </a:solidFill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33" name="任意多边形: 形状 9832"/>
            <p:cNvSpPr>
              <a:spLocks/>
            </p:cNvSpPr>
            <p:nvPr userDrawn="1"/>
          </p:nvSpPr>
          <p:spPr bwMode="auto">
            <a:xfrm>
              <a:off x="525463" y="2736850"/>
              <a:ext cx="1111250" cy="1096963"/>
            </a:xfrm>
            <a:custGeom>
              <a:avLst/>
              <a:gdLst>
                <a:gd name="T0" fmla="*/ 315 w 379"/>
                <a:gd name="T1" fmla="*/ 73 h 374"/>
                <a:gd name="T2" fmla="*/ 305 w 379"/>
                <a:gd name="T3" fmla="*/ 311 h 374"/>
                <a:gd name="T4" fmla="*/ 64 w 379"/>
                <a:gd name="T5" fmla="*/ 301 h 374"/>
                <a:gd name="T6" fmla="*/ 74 w 379"/>
                <a:gd name="T7" fmla="*/ 63 h 374"/>
                <a:gd name="T8" fmla="*/ 315 w 379"/>
                <a:gd name="T9" fmla="*/ 73 h 3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9" h="374">
                  <a:moveTo>
                    <a:pt x="315" y="73"/>
                  </a:moveTo>
                  <a:cubicBezTo>
                    <a:pt x="379" y="142"/>
                    <a:pt x="374" y="248"/>
                    <a:pt x="305" y="311"/>
                  </a:cubicBezTo>
                  <a:cubicBezTo>
                    <a:pt x="235" y="374"/>
                    <a:pt x="128" y="369"/>
                    <a:pt x="64" y="301"/>
                  </a:cubicBezTo>
                  <a:cubicBezTo>
                    <a:pt x="0" y="233"/>
                    <a:pt x="5" y="126"/>
                    <a:pt x="74" y="63"/>
                  </a:cubicBezTo>
                  <a:cubicBezTo>
                    <a:pt x="143" y="0"/>
                    <a:pt x="251" y="5"/>
                    <a:pt x="315" y="73"/>
                  </a:cubicBez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34" name="任意多边形: 形状 9833"/>
            <p:cNvSpPr>
              <a:spLocks/>
            </p:cNvSpPr>
            <p:nvPr userDrawn="1"/>
          </p:nvSpPr>
          <p:spPr bwMode="auto">
            <a:xfrm>
              <a:off x="449263" y="2778125"/>
              <a:ext cx="1108075" cy="1096963"/>
            </a:xfrm>
            <a:custGeom>
              <a:avLst/>
              <a:gdLst>
                <a:gd name="T0" fmla="*/ 315 w 378"/>
                <a:gd name="T1" fmla="*/ 73 h 374"/>
                <a:gd name="T2" fmla="*/ 305 w 378"/>
                <a:gd name="T3" fmla="*/ 311 h 374"/>
                <a:gd name="T4" fmla="*/ 64 w 378"/>
                <a:gd name="T5" fmla="*/ 301 h 374"/>
                <a:gd name="T6" fmla="*/ 74 w 378"/>
                <a:gd name="T7" fmla="*/ 63 h 374"/>
                <a:gd name="T8" fmla="*/ 315 w 378"/>
                <a:gd name="T9" fmla="*/ 73 h 3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8" h="374">
                  <a:moveTo>
                    <a:pt x="315" y="73"/>
                  </a:moveTo>
                  <a:cubicBezTo>
                    <a:pt x="378" y="142"/>
                    <a:pt x="374" y="248"/>
                    <a:pt x="305" y="311"/>
                  </a:cubicBezTo>
                  <a:cubicBezTo>
                    <a:pt x="235" y="374"/>
                    <a:pt x="127" y="370"/>
                    <a:pt x="64" y="301"/>
                  </a:cubicBezTo>
                  <a:cubicBezTo>
                    <a:pt x="0" y="233"/>
                    <a:pt x="5" y="126"/>
                    <a:pt x="74" y="63"/>
                  </a:cubicBezTo>
                  <a:cubicBezTo>
                    <a:pt x="143" y="0"/>
                    <a:pt x="251" y="5"/>
                    <a:pt x="315" y="73"/>
                  </a:cubicBez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35" name="任意多边形: 形状 9834"/>
            <p:cNvSpPr>
              <a:spLocks/>
            </p:cNvSpPr>
            <p:nvPr userDrawn="1"/>
          </p:nvSpPr>
          <p:spPr bwMode="auto">
            <a:xfrm>
              <a:off x="601663" y="2930525"/>
              <a:ext cx="803275" cy="792163"/>
            </a:xfrm>
            <a:custGeom>
              <a:avLst/>
              <a:gdLst>
                <a:gd name="T0" fmla="*/ 228 w 274"/>
                <a:gd name="T1" fmla="*/ 53 h 270"/>
                <a:gd name="T2" fmla="*/ 221 w 274"/>
                <a:gd name="T3" fmla="*/ 225 h 270"/>
                <a:gd name="T4" fmla="*/ 46 w 274"/>
                <a:gd name="T5" fmla="*/ 217 h 270"/>
                <a:gd name="T6" fmla="*/ 54 w 274"/>
                <a:gd name="T7" fmla="*/ 46 h 270"/>
                <a:gd name="T8" fmla="*/ 228 w 274"/>
                <a:gd name="T9" fmla="*/ 53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4" h="270">
                  <a:moveTo>
                    <a:pt x="228" y="53"/>
                  </a:moveTo>
                  <a:cubicBezTo>
                    <a:pt x="274" y="102"/>
                    <a:pt x="271" y="179"/>
                    <a:pt x="221" y="225"/>
                  </a:cubicBezTo>
                  <a:cubicBezTo>
                    <a:pt x="170" y="270"/>
                    <a:pt x="93" y="267"/>
                    <a:pt x="46" y="217"/>
                  </a:cubicBezTo>
                  <a:cubicBezTo>
                    <a:pt x="0" y="168"/>
                    <a:pt x="4" y="91"/>
                    <a:pt x="54" y="46"/>
                  </a:cubicBezTo>
                  <a:cubicBezTo>
                    <a:pt x="104" y="0"/>
                    <a:pt x="182" y="3"/>
                    <a:pt x="228" y="53"/>
                  </a:cubicBez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36" name="任意多边形: 形状 9835"/>
            <p:cNvSpPr>
              <a:spLocks/>
            </p:cNvSpPr>
            <p:nvPr userDrawn="1"/>
          </p:nvSpPr>
          <p:spPr bwMode="auto">
            <a:xfrm>
              <a:off x="601663" y="2930525"/>
              <a:ext cx="803275" cy="792163"/>
            </a:xfrm>
            <a:custGeom>
              <a:avLst/>
              <a:gdLst>
                <a:gd name="T0" fmla="*/ 228 w 274"/>
                <a:gd name="T1" fmla="*/ 53 h 270"/>
                <a:gd name="T2" fmla="*/ 221 w 274"/>
                <a:gd name="T3" fmla="*/ 225 h 270"/>
                <a:gd name="T4" fmla="*/ 46 w 274"/>
                <a:gd name="T5" fmla="*/ 217 h 270"/>
                <a:gd name="T6" fmla="*/ 54 w 274"/>
                <a:gd name="T7" fmla="*/ 46 h 270"/>
                <a:gd name="T8" fmla="*/ 228 w 274"/>
                <a:gd name="T9" fmla="*/ 53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4" h="270">
                  <a:moveTo>
                    <a:pt x="228" y="53"/>
                  </a:moveTo>
                  <a:cubicBezTo>
                    <a:pt x="274" y="102"/>
                    <a:pt x="271" y="179"/>
                    <a:pt x="221" y="225"/>
                  </a:cubicBezTo>
                  <a:cubicBezTo>
                    <a:pt x="170" y="270"/>
                    <a:pt x="93" y="267"/>
                    <a:pt x="46" y="217"/>
                  </a:cubicBezTo>
                  <a:cubicBezTo>
                    <a:pt x="0" y="168"/>
                    <a:pt x="4" y="91"/>
                    <a:pt x="54" y="46"/>
                  </a:cubicBezTo>
                  <a:cubicBezTo>
                    <a:pt x="104" y="0"/>
                    <a:pt x="182" y="3"/>
                    <a:pt x="228" y="53"/>
                  </a:cubicBezTo>
                  <a:close/>
                </a:path>
              </a:pathLst>
            </a:custGeom>
            <a:solidFill>
              <a:srgbClr val="FFFFFF"/>
            </a:solidFill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37" name="任意多边形: 形状 9836"/>
            <p:cNvSpPr>
              <a:spLocks/>
            </p:cNvSpPr>
            <p:nvPr userDrawn="1"/>
          </p:nvSpPr>
          <p:spPr bwMode="auto">
            <a:xfrm>
              <a:off x="712788" y="3238500"/>
              <a:ext cx="23813" cy="163513"/>
            </a:xfrm>
            <a:custGeom>
              <a:avLst/>
              <a:gdLst>
                <a:gd name="T0" fmla="*/ 7 w 8"/>
                <a:gd name="T1" fmla="*/ 56 h 56"/>
                <a:gd name="T2" fmla="*/ 8 w 8"/>
                <a:gd name="T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8" h="56">
                  <a:moveTo>
                    <a:pt x="7" y="56"/>
                  </a:moveTo>
                  <a:cubicBezTo>
                    <a:pt x="0" y="38"/>
                    <a:pt x="0" y="16"/>
                    <a:pt x="8" y="0"/>
                  </a:cubicBezTo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38" name="任意多边形: 形状 9837"/>
            <p:cNvSpPr>
              <a:spLocks/>
            </p:cNvSpPr>
            <p:nvPr userDrawn="1"/>
          </p:nvSpPr>
          <p:spPr bwMode="auto">
            <a:xfrm>
              <a:off x="8074026" y="5407025"/>
              <a:ext cx="550863" cy="477838"/>
            </a:xfrm>
            <a:custGeom>
              <a:avLst/>
              <a:gdLst>
                <a:gd name="T0" fmla="*/ 63 w 347"/>
                <a:gd name="T1" fmla="*/ 0 h 301"/>
                <a:gd name="T2" fmla="*/ 0 w 347"/>
                <a:gd name="T3" fmla="*/ 78 h 301"/>
                <a:gd name="T4" fmla="*/ 285 w 347"/>
                <a:gd name="T5" fmla="*/ 301 h 301"/>
                <a:gd name="T6" fmla="*/ 347 w 347"/>
                <a:gd name="T7" fmla="*/ 222 h 301"/>
                <a:gd name="T8" fmla="*/ 63 w 347"/>
                <a:gd name="T9" fmla="*/ 0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7" h="301">
                  <a:moveTo>
                    <a:pt x="63" y="0"/>
                  </a:moveTo>
                  <a:lnTo>
                    <a:pt x="0" y="78"/>
                  </a:lnTo>
                  <a:lnTo>
                    <a:pt x="285" y="301"/>
                  </a:lnTo>
                  <a:lnTo>
                    <a:pt x="347" y="22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39" name="任意多边形: 形状 9838"/>
            <p:cNvSpPr>
              <a:spLocks/>
            </p:cNvSpPr>
            <p:nvPr userDrawn="1"/>
          </p:nvSpPr>
          <p:spPr bwMode="auto">
            <a:xfrm>
              <a:off x="8509001" y="5735638"/>
              <a:ext cx="268288" cy="273050"/>
            </a:xfrm>
            <a:custGeom>
              <a:avLst/>
              <a:gdLst>
                <a:gd name="T0" fmla="*/ 86 w 169"/>
                <a:gd name="T1" fmla="*/ 0 h 172"/>
                <a:gd name="T2" fmla="*/ 0 w 169"/>
                <a:gd name="T3" fmla="*/ 109 h 172"/>
                <a:gd name="T4" fmla="*/ 83 w 169"/>
                <a:gd name="T5" fmla="*/ 172 h 172"/>
                <a:gd name="T6" fmla="*/ 169 w 169"/>
                <a:gd name="T7" fmla="*/ 63 h 172"/>
                <a:gd name="T8" fmla="*/ 86 w 169"/>
                <a:gd name="T9" fmla="*/ 0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9" h="172">
                  <a:moveTo>
                    <a:pt x="86" y="0"/>
                  </a:moveTo>
                  <a:lnTo>
                    <a:pt x="0" y="109"/>
                  </a:lnTo>
                  <a:lnTo>
                    <a:pt x="83" y="172"/>
                  </a:lnTo>
                  <a:lnTo>
                    <a:pt x="169" y="63"/>
                  </a:lnTo>
                  <a:lnTo>
                    <a:pt x="8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40" name="任意多边形: 形状 9839"/>
            <p:cNvSpPr>
              <a:spLocks/>
            </p:cNvSpPr>
            <p:nvPr userDrawn="1"/>
          </p:nvSpPr>
          <p:spPr bwMode="auto">
            <a:xfrm>
              <a:off x="8110538" y="5364163"/>
              <a:ext cx="549275" cy="476250"/>
            </a:xfrm>
            <a:custGeom>
              <a:avLst/>
              <a:gdLst>
                <a:gd name="T0" fmla="*/ 62 w 346"/>
                <a:gd name="T1" fmla="*/ 0 h 300"/>
                <a:gd name="T2" fmla="*/ 0 w 346"/>
                <a:gd name="T3" fmla="*/ 77 h 300"/>
                <a:gd name="T4" fmla="*/ 284 w 346"/>
                <a:gd name="T5" fmla="*/ 300 h 300"/>
                <a:gd name="T6" fmla="*/ 346 w 346"/>
                <a:gd name="T7" fmla="*/ 221 h 300"/>
                <a:gd name="T8" fmla="*/ 62 w 346"/>
                <a:gd name="T9" fmla="*/ 0 h 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6" h="300">
                  <a:moveTo>
                    <a:pt x="62" y="0"/>
                  </a:moveTo>
                  <a:lnTo>
                    <a:pt x="0" y="77"/>
                  </a:lnTo>
                  <a:lnTo>
                    <a:pt x="284" y="300"/>
                  </a:lnTo>
                  <a:lnTo>
                    <a:pt x="346" y="221"/>
                  </a:lnTo>
                  <a:lnTo>
                    <a:pt x="62" y="0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41" name="任意多边形: 形状 9840"/>
            <p:cNvSpPr>
              <a:spLocks/>
            </p:cNvSpPr>
            <p:nvPr userDrawn="1"/>
          </p:nvSpPr>
          <p:spPr bwMode="auto">
            <a:xfrm>
              <a:off x="7993063" y="5343525"/>
              <a:ext cx="180975" cy="187325"/>
            </a:xfrm>
            <a:custGeom>
              <a:avLst/>
              <a:gdLst>
                <a:gd name="T0" fmla="*/ 63 w 114"/>
                <a:gd name="T1" fmla="*/ 0 h 118"/>
                <a:gd name="T2" fmla="*/ 0 w 114"/>
                <a:gd name="T3" fmla="*/ 79 h 118"/>
                <a:gd name="T4" fmla="*/ 51 w 114"/>
                <a:gd name="T5" fmla="*/ 118 h 118"/>
                <a:gd name="T6" fmla="*/ 114 w 114"/>
                <a:gd name="T7" fmla="*/ 40 h 118"/>
                <a:gd name="T8" fmla="*/ 63 w 114"/>
                <a:gd name="T9" fmla="*/ 0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4" h="118">
                  <a:moveTo>
                    <a:pt x="63" y="0"/>
                  </a:moveTo>
                  <a:lnTo>
                    <a:pt x="0" y="79"/>
                  </a:lnTo>
                  <a:lnTo>
                    <a:pt x="51" y="118"/>
                  </a:lnTo>
                  <a:lnTo>
                    <a:pt x="114" y="40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42" name="任意多边形: 形状 9841"/>
            <p:cNvSpPr>
              <a:spLocks/>
            </p:cNvSpPr>
            <p:nvPr userDrawn="1"/>
          </p:nvSpPr>
          <p:spPr bwMode="auto">
            <a:xfrm>
              <a:off x="8509001" y="5735638"/>
              <a:ext cx="268288" cy="273050"/>
            </a:xfrm>
            <a:custGeom>
              <a:avLst/>
              <a:gdLst>
                <a:gd name="T0" fmla="*/ 86 w 169"/>
                <a:gd name="T1" fmla="*/ 0 h 172"/>
                <a:gd name="T2" fmla="*/ 0 w 169"/>
                <a:gd name="T3" fmla="*/ 109 h 172"/>
                <a:gd name="T4" fmla="*/ 83 w 169"/>
                <a:gd name="T5" fmla="*/ 172 h 172"/>
                <a:gd name="T6" fmla="*/ 169 w 169"/>
                <a:gd name="T7" fmla="*/ 63 h 172"/>
                <a:gd name="T8" fmla="*/ 86 w 169"/>
                <a:gd name="T9" fmla="*/ 0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9" h="172">
                  <a:moveTo>
                    <a:pt x="86" y="0"/>
                  </a:moveTo>
                  <a:lnTo>
                    <a:pt x="0" y="109"/>
                  </a:lnTo>
                  <a:lnTo>
                    <a:pt x="83" y="172"/>
                  </a:lnTo>
                  <a:lnTo>
                    <a:pt x="169" y="63"/>
                  </a:lnTo>
                  <a:lnTo>
                    <a:pt x="86" y="0"/>
                  </a:ln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43" name="任意多边形: 形状 9842"/>
            <p:cNvSpPr>
              <a:spLocks/>
            </p:cNvSpPr>
            <p:nvPr userDrawn="1"/>
          </p:nvSpPr>
          <p:spPr bwMode="auto">
            <a:xfrm>
              <a:off x="8074026" y="5407025"/>
              <a:ext cx="550863" cy="477838"/>
            </a:xfrm>
            <a:custGeom>
              <a:avLst/>
              <a:gdLst>
                <a:gd name="T0" fmla="*/ 63 w 347"/>
                <a:gd name="T1" fmla="*/ 0 h 301"/>
                <a:gd name="T2" fmla="*/ 0 w 347"/>
                <a:gd name="T3" fmla="*/ 78 h 301"/>
                <a:gd name="T4" fmla="*/ 285 w 347"/>
                <a:gd name="T5" fmla="*/ 301 h 301"/>
                <a:gd name="T6" fmla="*/ 347 w 347"/>
                <a:gd name="T7" fmla="*/ 222 h 301"/>
                <a:gd name="T8" fmla="*/ 63 w 347"/>
                <a:gd name="T9" fmla="*/ 0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7" h="301">
                  <a:moveTo>
                    <a:pt x="63" y="0"/>
                  </a:moveTo>
                  <a:lnTo>
                    <a:pt x="0" y="78"/>
                  </a:lnTo>
                  <a:lnTo>
                    <a:pt x="285" y="301"/>
                  </a:lnTo>
                  <a:lnTo>
                    <a:pt x="347" y="222"/>
                  </a:lnTo>
                  <a:lnTo>
                    <a:pt x="63" y="0"/>
                  </a:ln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44" name="任意多边形: 形状 9843"/>
            <p:cNvSpPr>
              <a:spLocks/>
            </p:cNvSpPr>
            <p:nvPr userDrawn="1"/>
          </p:nvSpPr>
          <p:spPr bwMode="auto">
            <a:xfrm>
              <a:off x="7993063" y="5343525"/>
              <a:ext cx="180975" cy="187325"/>
            </a:xfrm>
            <a:custGeom>
              <a:avLst/>
              <a:gdLst>
                <a:gd name="T0" fmla="*/ 63 w 114"/>
                <a:gd name="T1" fmla="*/ 0 h 118"/>
                <a:gd name="T2" fmla="*/ 0 w 114"/>
                <a:gd name="T3" fmla="*/ 79 h 118"/>
                <a:gd name="T4" fmla="*/ 51 w 114"/>
                <a:gd name="T5" fmla="*/ 118 h 118"/>
                <a:gd name="T6" fmla="*/ 114 w 114"/>
                <a:gd name="T7" fmla="*/ 40 h 118"/>
                <a:gd name="T8" fmla="*/ 63 w 114"/>
                <a:gd name="T9" fmla="*/ 0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4" h="118">
                  <a:moveTo>
                    <a:pt x="63" y="0"/>
                  </a:moveTo>
                  <a:lnTo>
                    <a:pt x="0" y="79"/>
                  </a:lnTo>
                  <a:lnTo>
                    <a:pt x="51" y="118"/>
                  </a:lnTo>
                  <a:lnTo>
                    <a:pt x="114" y="40"/>
                  </a:lnTo>
                  <a:lnTo>
                    <a:pt x="63" y="0"/>
                  </a:ln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45" name="任意多边形: 形状 9844"/>
            <p:cNvSpPr>
              <a:spLocks/>
            </p:cNvSpPr>
            <p:nvPr userDrawn="1"/>
          </p:nvSpPr>
          <p:spPr bwMode="auto">
            <a:xfrm>
              <a:off x="8489951" y="5648325"/>
              <a:ext cx="1014413" cy="998538"/>
            </a:xfrm>
            <a:custGeom>
              <a:avLst/>
              <a:gdLst>
                <a:gd name="T0" fmla="*/ 267 w 346"/>
                <a:gd name="T1" fmla="*/ 52 h 341"/>
                <a:gd name="T2" fmla="*/ 53 w 346"/>
                <a:gd name="T3" fmla="*/ 77 h 341"/>
                <a:gd name="T4" fmla="*/ 79 w 346"/>
                <a:gd name="T5" fmla="*/ 290 h 341"/>
                <a:gd name="T6" fmla="*/ 294 w 346"/>
                <a:gd name="T7" fmla="*/ 265 h 341"/>
                <a:gd name="T8" fmla="*/ 267 w 346"/>
                <a:gd name="T9" fmla="*/ 52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6" h="341">
                  <a:moveTo>
                    <a:pt x="267" y="52"/>
                  </a:moveTo>
                  <a:cubicBezTo>
                    <a:pt x="201" y="0"/>
                    <a:pt x="105" y="11"/>
                    <a:pt x="53" y="77"/>
                  </a:cubicBezTo>
                  <a:cubicBezTo>
                    <a:pt x="0" y="143"/>
                    <a:pt x="12" y="238"/>
                    <a:pt x="79" y="290"/>
                  </a:cubicBezTo>
                  <a:cubicBezTo>
                    <a:pt x="145" y="341"/>
                    <a:pt x="241" y="330"/>
                    <a:pt x="294" y="265"/>
                  </a:cubicBezTo>
                  <a:cubicBezTo>
                    <a:pt x="346" y="199"/>
                    <a:pt x="334" y="104"/>
                    <a:pt x="267" y="52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46" name="任意多边形: 形状 9845"/>
            <p:cNvSpPr>
              <a:spLocks/>
            </p:cNvSpPr>
            <p:nvPr userDrawn="1"/>
          </p:nvSpPr>
          <p:spPr bwMode="auto">
            <a:xfrm>
              <a:off x="8523288" y="5576888"/>
              <a:ext cx="1012825" cy="1000125"/>
            </a:xfrm>
            <a:custGeom>
              <a:avLst/>
              <a:gdLst>
                <a:gd name="T0" fmla="*/ 267 w 346"/>
                <a:gd name="T1" fmla="*/ 52 h 341"/>
                <a:gd name="T2" fmla="*/ 52 w 346"/>
                <a:gd name="T3" fmla="*/ 77 h 341"/>
                <a:gd name="T4" fmla="*/ 79 w 346"/>
                <a:gd name="T5" fmla="*/ 290 h 341"/>
                <a:gd name="T6" fmla="*/ 293 w 346"/>
                <a:gd name="T7" fmla="*/ 265 h 341"/>
                <a:gd name="T8" fmla="*/ 267 w 346"/>
                <a:gd name="T9" fmla="*/ 52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6" h="341">
                  <a:moveTo>
                    <a:pt x="267" y="52"/>
                  </a:moveTo>
                  <a:cubicBezTo>
                    <a:pt x="201" y="0"/>
                    <a:pt x="105" y="11"/>
                    <a:pt x="52" y="77"/>
                  </a:cubicBezTo>
                  <a:cubicBezTo>
                    <a:pt x="0" y="142"/>
                    <a:pt x="12" y="238"/>
                    <a:pt x="79" y="290"/>
                  </a:cubicBezTo>
                  <a:cubicBezTo>
                    <a:pt x="145" y="341"/>
                    <a:pt x="241" y="330"/>
                    <a:pt x="293" y="265"/>
                  </a:cubicBezTo>
                  <a:cubicBezTo>
                    <a:pt x="346" y="199"/>
                    <a:pt x="334" y="104"/>
                    <a:pt x="267" y="52"/>
                  </a:cubicBez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47" name="任意多边形: 形状 9846"/>
            <p:cNvSpPr>
              <a:spLocks/>
            </p:cNvSpPr>
            <p:nvPr userDrawn="1"/>
          </p:nvSpPr>
          <p:spPr bwMode="auto">
            <a:xfrm>
              <a:off x="8489951" y="5648325"/>
              <a:ext cx="1014413" cy="998538"/>
            </a:xfrm>
            <a:custGeom>
              <a:avLst/>
              <a:gdLst>
                <a:gd name="T0" fmla="*/ 267 w 346"/>
                <a:gd name="T1" fmla="*/ 52 h 341"/>
                <a:gd name="T2" fmla="*/ 53 w 346"/>
                <a:gd name="T3" fmla="*/ 77 h 341"/>
                <a:gd name="T4" fmla="*/ 79 w 346"/>
                <a:gd name="T5" fmla="*/ 290 h 341"/>
                <a:gd name="T6" fmla="*/ 294 w 346"/>
                <a:gd name="T7" fmla="*/ 265 h 341"/>
                <a:gd name="T8" fmla="*/ 267 w 346"/>
                <a:gd name="T9" fmla="*/ 52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6" h="341">
                  <a:moveTo>
                    <a:pt x="267" y="52"/>
                  </a:moveTo>
                  <a:cubicBezTo>
                    <a:pt x="201" y="0"/>
                    <a:pt x="105" y="11"/>
                    <a:pt x="53" y="77"/>
                  </a:cubicBezTo>
                  <a:cubicBezTo>
                    <a:pt x="0" y="143"/>
                    <a:pt x="12" y="238"/>
                    <a:pt x="79" y="290"/>
                  </a:cubicBezTo>
                  <a:cubicBezTo>
                    <a:pt x="145" y="341"/>
                    <a:pt x="241" y="330"/>
                    <a:pt x="294" y="265"/>
                  </a:cubicBezTo>
                  <a:cubicBezTo>
                    <a:pt x="346" y="199"/>
                    <a:pt x="334" y="104"/>
                    <a:pt x="267" y="52"/>
                  </a:cubicBez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48" name="任意多边形: 形状 9847"/>
            <p:cNvSpPr>
              <a:spLocks/>
            </p:cNvSpPr>
            <p:nvPr userDrawn="1"/>
          </p:nvSpPr>
          <p:spPr bwMode="auto">
            <a:xfrm>
              <a:off x="8631238" y="5788025"/>
              <a:ext cx="731838" cy="720725"/>
            </a:xfrm>
            <a:custGeom>
              <a:avLst/>
              <a:gdLst>
                <a:gd name="T0" fmla="*/ 193 w 250"/>
                <a:gd name="T1" fmla="*/ 37 h 246"/>
                <a:gd name="T2" fmla="*/ 38 w 250"/>
                <a:gd name="T3" fmla="*/ 55 h 246"/>
                <a:gd name="T4" fmla="*/ 57 w 250"/>
                <a:gd name="T5" fmla="*/ 209 h 246"/>
                <a:gd name="T6" fmla="*/ 212 w 250"/>
                <a:gd name="T7" fmla="*/ 191 h 246"/>
                <a:gd name="T8" fmla="*/ 193 w 250"/>
                <a:gd name="T9" fmla="*/ 37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0" h="246">
                  <a:moveTo>
                    <a:pt x="193" y="37"/>
                  </a:moveTo>
                  <a:cubicBezTo>
                    <a:pt x="145" y="0"/>
                    <a:pt x="76" y="8"/>
                    <a:pt x="38" y="55"/>
                  </a:cubicBezTo>
                  <a:cubicBezTo>
                    <a:pt x="0" y="102"/>
                    <a:pt x="9" y="171"/>
                    <a:pt x="57" y="209"/>
                  </a:cubicBezTo>
                  <a:cubicBezTo>
                    <a:pt x="105" y="246"/>
                    <a:pt x="175" y="238"/>
                    <a:pt x="212" y="191"/>
                  </a:cubicBezTo>
                  <a:cubicBezTo>
                    <a:pt x="250" y="143"/>
                    <a:pt x="241" y="75"/>
                    <a:pt x="193" y="37"/>
                  </a:cubicBez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49" name="任意多边形: 形状 9848"/>
            <p:cNvSpPr>
              <a:spLocks/>
            </p:cNvSpPr>
            <p:nvPr userDrawn="1"/>
          </p:nvSpPr>
          <p:spPr bwMode="auto">
            <a:xfrm>
              <a:off x="8631238" y="5788025"/>
              <a:ext cx="731838" cy="720725"/>
            </a:xfrm>
            <a:custGeom>
              <a:avLst/>
              <a:gdLst>
                <a:gd name="T0" fmla="*/ 193 w 250"/>
                <a:gd name="T1" fmla="*/ 37 h 246"/>
                <a:gd name="T2" fmla="*/ 38 w 250"/>
                <a:gd name="T3" fmla="*/ 55 h 246"/>
                <a:gd name="T4" fmla="*/ 57 w 250"/>
                <a:gd name="T5" fmla="*/ 209 h 246"/>
                <a:gd name="T6" fmla="*/ 212 w 250"/>
                <a:gd name="T7" fmla="*/ 191 h 246"/>
                <a:gd name="T8" fmla="*/ 193 w 250"/>
                <a:gd name="T9" fmla="*/ 37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0" h="246">
                  <a:moveTo>
                    <a:pt x="193" y="37"/>
                  </a:moveTo>
                  <a:cubicBezTo>
                    <a:pt x="145" y="0"/>
                    <a:pt x="76" y="8"/>
                    <a:pt x="38" y="55"/>
                  </a:cubicBezTo>
                  <a:cubicBezTo>
                    <a:pt x="0" y="102"/>
                    <a:pt x="9" y="171"/>
                    <a:pt x="57" y="209"/>
                  </a:cubicBezTo>
                  <a:cubicBezTo>
                    <a:pt x="105" y="246"/>
                    <a:pt x="175" y="238"/>
                    <a:pt x="212" y="191"/>
                  </a:cubicBezTo>
                  <a:cubicBezTo>
                    <a:pt x="250" y="143"/>
                    <a:pt x="241" y="75"/>
                    <a:pt x="193" y="37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50" name="任意多边形: 形状 9849"/>
            <p:cNvSpPr>
              <a:spLocks/>
            </p:cNvSpPr>
            <p:nvPr userDrawn="1"/>
          </p:nvSpPr>
          <p:spPr bwMode="auto">
            <a:xfrm>
              <a:off x="8947151" y="6380163"/>
              <a:ext cx="149225" cy="26988"/>
            </a:xfrm>
            <a:custGeom>
              <a:avLst/>
              <a:gdLst>
                <a:gd name="T0" fmla="*/ 0 w 51"/>
                <a:gd name="T1" fmla="*/ 4 h 9"/>
                <a:gd name="T2" fmla="*/ 51 w 51"/>
                <a:gd name="T3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1" h="9">
                  <a:moveTo>
                    <a:pt x="0" y="4"/>
                  </a:moveTo>
                  <a:cubicBezTo>
                    <a:pt x="17" y="9"/>
                    <a:pt x="37" y="8"/>
                    <a:pt x="51" y="0"/>
                  </a:cubicBezTo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51" name="任意多边形: 形状 9850"/>
            <p:cNvSpPr>
              <a:spLocks/>
            </p:cNvSpPr>
            <p:nvPr userDrawn="1"/>
          </p:nvSpPr>
          <p:spPr bwMode="auto">
            <a:xfrm>
              <a:off x="1565276" y="5021263"/>
              <a:ext cx="1416050" cy="1139825"/>
            </a:xfrm>
            <a:custGeom>
              <a:avLst/>
              <a:gdLst>
                <a:gd name="T0" fmla="*/ 401 w 483"/>
                <a:gd name="T1" fmla="*/ 0 h 389"/>
                <a:gd name="T2" fmla="*/ 471 w 483"/>
                <a:gd name="T3" fmla="*/ 226 h 389"/>
                <a:gd name="T4" fmla="*/ 292 w 483"/>
                <a:gd name="T5" fmla="*/ 355 h 389"/>
                <a:gd name="T6" fmla="*/ 71 w 483"/>
                <a:gd name="T7" fmla="*/ 349 h 389"/>
                <a:gd name="T8" fmla="*/ 0 w 483"/>
                <a:gd name="T9" fmla="*/ 123 h 389"/>
                <a:gd name="T10" fmla="*/ 401 w 483"/>
                <a:gd name="T11" fmla="*/ 0 h 3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83" h="389">
                  <a:moveTo>
                    <a:pt x="401" y="0"/>
                  </a:moveTo>
                  <a:cubicBezTo>
                    <a:pt x="471" y="226"/>
                    <a:pt x="471" y="226"/>
                    <a:pt x="471" y="226"/>
                  </a:cubicBezTo>
                  <a:cubicBezTo>
                    <a:pt x="483" y="263"/>
                    <a:pt x="403" y="321"/>
                    <a:pt x="292" y="355"/>
                  </a:cubicBezTo>
                  <a:cubicBezTo>
                    <a:pt x="182" y="389"/>
                    <a:pt x="82" y="386"/>
                    <a:pt x="71" y="349"/>
                  </a:cubicBezTo>
                  <a:cubicBezTo>
                    <a:pt x="0" y="123"/>
                    <a:pt x="0" y="123"/>
                    <a:pt x="0" y="123"/>
                  </a:cubicBezTo>
                  <a:lnTo>
                    <a:pt x="401" y="0"/>
                  </a:lnTo>
                  <a:close/>
                </a:path>
              </a:pathLst>
            </a:custGeom>
            <a:solidFill>
              <a:srgbClr val="FFFFFF"/>
            </a:solidFill>
            <a:ln w="44450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52" name="任意多边形: 形状 9851"/>
            <p:cNvSpPr>
              <a:spLocks/>
            </p:cNvSpPr>
            <p:nvPr userDrawn="1"/>
          </p:nvSpPr>
          <p:spPr bwMode="auto">
            <a:xfrm>
              <a:off x="1706563" y="5614988"/>
              <a:ext cx="1244600" cy="601663"/>
            </a:xfrm>
            <a:custGeom>
              <a:avLst/>
              <a:gdLst>
                <a:gd name="T0" fmla="*/ 221 w 425"/>
                <a:gd name="T1" fmla="*/ 129 h 205"/>
                <a:gd name="T2" fmla="*/ 400 w 425"/>
                <a:gd name="T3" fmla="*/ 0 h 205"/>
                <a:gd name="T4" fmla="*/ 413 w 425"/>
                <a:gd name="T5" fmla="*/ 41 h 205"/>
                <a:gd name="T6" fmla="*/ 234 w 425"/>
                <a:gd name="T7" fmla="*/ 171 h 205"/>
                <a:gd name="T8" fmla="*/ 13 w 425"/>
                <a:gd name="T9" fmla="*/ 164 h 205"/>
                <a:gd name="T10" fmla="*/ 0 w 425"/>
                <a:gd name="T11" fmla="*/ 123 h 205"/>
                <a:gd name="T12" fmla="*/ 221 w 425"/>
                <a:gd name="T13" fmla="*/ 129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5" h="205">
                  <a:moveTo>
                    <a:pt x="221" y="129"/>
                  </a:moveTo>
                  <a:cubicBezTo>
                    <a:pt x="332" y="95"/>
                    <a:pt x="412" y="37"/>
                    <a:pt x="400" y="0"/>
                  </a:cubicBezTo>
                  <a:cubicBezTo>
                    <a:pt x="413" y="41"/>
                    <a:pt x="413" y="41"/>
                    <a:pt x="413" y="41"/>
                  </a:cubicBezTo>
                  <a:cubicBezTo>
                    <a:pt x="425" y="79"/>
                    <a:pt x="345" y="137"/>
                    <a:pt x="234" y="171"/>
                  </a:cubicBezTo>
                  <a:cubicBezTo>
                    <a:pt x="124" y="205"/>
                    <a:pt x="25" y="202"/>
                    <a:pt x="13" y="164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11" y="160"/>
                    <a:pt x="111" y="163"/>
                    <a:pt x="221" y="129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53" name="任意多边形: 形状 9852"/>
            <p:cNvSpPr>
              <a:spLocks/>
            </p:cNvSpPr>
            <p:nvPr userDrawn="1"/>
          </p:nvSpPr>
          <p:spPr bwMode="auto">
            <a:xfrm>
              <a:off x="1735138" y="5559425"/>
              <a:ext cx="1246188" cy="601663"/>
            </a:xfrm>
            <a:custGeom>
              <a:avLst/>
              <a:gdLst>
                <a:gd name="T0" fmla="*/ 221 w 425"/>
                <a:gd name="T1" fmla="*/ 129 h 205"/>
                <a:gd name="T2" fmla="*/ 400 w 425"/>
                <a:gd name="T3" fmla="*/ 0 h 205"/>
                <a:gd name="T4" fmla="*/ 413 w 425"/>
                <a:gd name="T5" fmla="*/ 42 h 205"/>
                <a:gd name="T6" fmla="*/ 234 w 425"/>
                <a:gd name="T7" fmla="*/ 171 h 205"/>
                <a:gd name="T8" fmla="*/ 13 w 425"/>
                <a:gd name="T9" fmla="*/ 165 h 205"/>
                <a:gd name="T10" fmla="*/ 0 w 425"/>
                <a:gd name="T11" fmla="*/ 123 h 205"/>
                <a:gd name="T12" fmla="*/ 221 w 425"/>
                <a:gd name="T13" fmla="*/ 129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5" h="205">
                  <a:moveTo>
                    <a:pt x="221" y="129"/>
                  </a:moveTo>
                  <a:cubicBezTo>
                    <a:pt x="332" y="95"/>
                    <a:pt x="412" y="38"/>
                    <a:pt x="400" y="0"/>
                  </a:cubicBezTo>
                  <a:cubicBezTo>
                    <a:pt x="413" y="42"/>
                    <a:pt x="413" y="42"/>
                    <a:pt x="413" y="42"/>
                  </a:cubicBezTo>
                  <a:cubicBezTo>
                    <a:pt x="425" y="79"/>
                    <a:pt x="345" y="137"/>
                    <a:pt x="234" y="171"/>
                  </a:cubicBezTo>
                  <a:cubicBezTo>
                    <a:pt x="124" y="205"/>
                    <a:pt x="24" y="202"/>
                    <a:pt x="13" y="165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11" y="160"/>
                    <a:pt x="111" y="163"/>
                    <a:pt x="221" y="129"/>
                  </a:cubicBezTo>
                  <a:close/>
                </a:path>
              </a:pathLst>
            </a:custGeom>
            <a:noFill/>
            <a:ln w="4445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54" name="任意多边形: 形状 9853"/>
            <p:cNvSpPr>
              <a:spLocks/>
            </p:cNvSpPr>
            <p:nvPr userDrawn="1"/>
          </p:nvSpPr>
          <p:spPr bwMode="auto">
            <a:xfrm>
              <a:off x="1277938" y="4883150"/>
              <a:ext cx="1784350" cy="747713"/>
            </a:xfrm>
            <a:custGeom>
              <a:avLst/>
              <a:gdLst>
                <a:gd name="T0" fmla="*/ 0 w 1124"/>
                <a:gd name="T1" fmla="*/ 408 h 471"/>
                <a:gd name="T2" fmla="*/ 635 w 1124"/>
                <a:gd name="T3" fmla="*/ 471 h 471"/>
                <a:gd name="T4" fmla="*/ 1124 w 1124"/>
                <a:gd name="T5" fmla="*/ 63 h 471"/>
                <a:gd name="T6" fmla="*/ 488 w 1124"/>
                <a:gd name="T7" fmla="*/ 0 h 471"/>
                <a:gd name="T8" fmla="*/ 0 w 1124"/>
                <a:gd name="T9" fmla="*/ 408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24" h="471">
                  <a:moveTo>
                    <a:pt x="0" y="408"/>
                  </a:moveTo>
                  <a:lnTo>
                    <a:pt x="635" y="471"/>
                  </a:lnTo>
                  <a:lnTo>
                    <a:pt x="1124" y="63"/>
                  </a:lnTo>
                  <a:lnTo>
                    <a:pt x="488" y="0"/>
                  </a:lnTo>
                  <a:lnTo>
                    <a:pt x="0" y="40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55" name="任意多边形: 形状 9854"/>
            <p:cNvSpPr>
              <a:spLocks/>
            </p:cNvSpPr>
            <p:nvPr userDrawn="1"/>
          </p:nvSpPr>
          <p:spPr bwMode="auto">
            <a:xfrm>
              <a:off x="1128713" y="4926013"/>
              <a:ext cx="1784350" cy="750888"/>
            </a:xfrm>
            <a:custGeom>
              <a:avLst/>
              <a:gdLst>
                <a:gd name="T0" fmla="*/ 0 w 1124"/>
                <a:gd name="T1" fmla="*/ 408 h 473"/>
                <a:gd name="T2" fmla="*/ 637 w 1124"/>
                <a:gd name="T3" fmla="*/ 473 h 473"/>
                <a:gd name="T4" fmla="*/ 1124 w 1124"/>
                <a:gd name="T5" fmla="*/ 65 h 473"/>
                <a:gd name="T6" fmla="*/ 487 w 1124"/>
                <a:gd name="T7" fmla="*/ 0 h 473"/>
                <a:gd name="T8" fmla="*/ 0 w 1124"/>
                <a:gd name="T9" fmla="*/ 408 h 4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24" h="473">
                  <a:moveTo>
                    <a:pt x="0" y="408"/>
                  </a:moveTo>
                  <a:lnTo>
                    <a:pt x="637" y="473"/>
                  </a:lnTo>
                  <a:lnTo>
                    <a:pt x="1124" y="65"/>
                  </a:lnTo>
                  <a:lnTo>
                    <a:pt x="487" y="0"/>
                  </a:lnTo>
                  <a:lnTo>
                    <a:pt x="0" y="408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56" name="任意多边形: 形状 9855"/>
            <p:cNvSpPr>
              <a:spLocks/>
            </p:cNvSpPr>
            <p:nvPr userDrawn="1"/>
          </p:nvSpPr>
          <p:spPr bwMode="auto">
            <a:xfrm>
              <a:off x="1277938" y="4883150"/>
              <a:ext cx="1784350" cy="747713"/>
            </a:xfrm>
            <a:custGeom>
              <a:avLst/>
              <a:gdLst>
                <a:gd name="T0" fmla="*/ 0 w 1124"/>
                <a:gd name="T1" fmla="*/ 408 h 471"/>
                <a:gd name="T2" fmla="*/ 635 w 1124"/>
                <a:gd name="T3" fmla="*/ 471 h 471"/>
                <a:gd name="T4" fmla="*/ 1124 w 1124"/>
                <a:gd name="T5" fmla="*/ 63 h 471"/>
                <a:gd name="T6" fmla="*/ 488 w 1124"/>
                <a:gd name="T7" fmla="*/ 0 h 471"/>
                <a:gd name="T8" fmla="*/ 0 w 1124"/>
                <a:gd name="T9" fmla="*/ 408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24" h="471">
                  <a:moveTo>
                    <a:pt x="0" y="408"/>
                  </a:moveTo>
                  <a:lnTo>
                    <a:pt x="635" y="471"/>
                  </a:lnTo>
                  <a:lnTo>
                    <a:pt x="1124" y="63"/>
                  </a:lnTo>
                  <a:lnTo>
                    <a:pt x="488" y="0"/>
                  </a:lnTo>
                  <a:lnTo>
                    <a:pt x="0" y="408"/>
                  </a:lnTo>
                  <a:close/>
                </a:path>
              </a:pathLst>
            </a:custGeom>
            <a:noFill/>
            <a:ln w="4445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57" name="任意多边形: 形状 9856"/>
            <p:cNvSpPr>
              <a:spLocks/>
            </p:cNvSpPr>
            <p:nvPr userDrawn="1"/>
          </p:nvSpPr>
          <p:spPr bwMode="auto">
            <a:xfrm>
              <a:off x="1277938" y="5257800"/>
              <a:ext cx="890588" cy="738188"/>
            </a:xfrm>
            <a:custGeom>
              <a:avLst/>
              <a:gdLst>
                <a:gd name="T0" fmla="*/ 561 w 561"/>
                <a:gd name="T1" fmla="*/ 0 h 465"/>
                <a:gd name="T2" fmla="*/ 0 w 561"/>
                <a:gd name="T3" fmla="*/ 172 h 465"/>
                <a:gd name="T4" fmla="*/ 91 w 561"/>
                <a:gd name="T5" fmla="*/ 465 h 4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61" h="465">
                  <a:moveTo>
                    <a:pt x="561" y="0"/>
                  </a:moveTo>
                  <a:lnTo>
                    <a:pt x="0" y="172"/>
                  </a:lnTo>
                  <a:lnTo>
                    <a:pt x="91" y="465"/>
                  </a:lnTo>
                </a:path>
              </a:pathLst>
            </a:custGeom>
            <a:noFill/>
            <a:ln w="4445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58" name="任意多边形: 形状 9857"/>
            <p:cNvSpPr>
              <a:spLocks/>
            </p:cNvSpPr>
            <p:nvPr userDrawn="1"/>
          </p:nvSpPr>
          <p:spPr bwMode="auto">
            <a:xfrm>
              <a:off x="1325563" y="5995988"/>
              <a:ext cx="152400" cy="152400"/>
            </a:xfrm>
            <a:custGeom>
              <a:avLst/>
              <a:gdLst>
                <a:gd name="T0" fmla="*/ 4 w 52"/>
                <a:gd name="T1" fmla="*/ 33 h 52"/>
                <a:gd name="T2" fmla="*/ 33 w 52"/>
                <a:gd name="T3" fmla="*/ 48 h 52"/>
                <a:gd name="T4" fmla="*/ 48 w 52"/>
                <a:gd name="T5" fmla="*/ 19 h 52"/>
                <a:gd name="T6" fmla="*/ 19 w 52"/>
                <a:gd name="T7" fmla="*/ 4 h 52"/>
                <a:gd name="T8" fmla="*/ 4 w 52"/>
                <a:gd name="T9" fmla="*/ 33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52">
                  <a:moveTo>
                    <a:pt x="4" y="33"/>
                  </a:moveTo>
                  <a:cubicBezTo>
                    <a:pt x="8" y="45"/>
                    <a:pt x="21" y="52"/>
                    <a:pt x="33" y="48"/>
                  </a:cubicBezTo>
                  <a:cubicBezTo>
                    <a:pt x="45" y="44"/>
                    <a:pt x="52" y="31"/>
                    <a:pt x="48" y="19"/>
                  </a:cubicBezTo>
                  <a:cubicBezTo>
                    <a:pt x="44" y="7"/>
                    <a:pt x="31" y="0"/>
                    <a:pt x="19" y="4"/>
                  </a:cubicBezTo>
                  <a:cubicBezTo>
                    <a:pt x="7" y="8"/>
                    <a:pt x="0" y="21"/>
                    <a:pt x="4" y="33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59" name="任意多边形: 形状 9858"/>
            <p:cNvSpPr>
              <a:spLocks/>
            </p:cNvSpPr>
            <p:nvPr userDrawn="1"/>
          </p:nvSpPr>
          <p:spPr bwMode="auto">
            <a:xfrm>
              <a:off x="1366838" y="5984875"/>
              <a:ext cx="152400" cy="149225"/>
            </a:xfrm>
            <a:custGeom>
              <a:avLst/>
              <a:gdLst>
                <a:gd name="T0" fmla="*/ 4 w 52"/>
                <a:gd name="T1" fmla="*/ 32 h 51"/>
                <a:gd name="T2" fmla="*/ 33 w 52"/>
                <a:gd name="T3" fmla="*/ 47 h 51"/>
                <a:gd name="T4" fmla="*/ 48 w 52"/>
                <a:gd name="T5" fmla="*/ 19 h 51"/>
                <a:gd name="T6" fmla="*/ 19 w 52"/>
                <a:gd name="T7" fmla="*/ 4 h 51"/>
                <a:gd name="T8" fmla="*/ 4 w 52"/>
                <a:gd name="T9" fmla="*/ 32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51">
                  <a:moveTo>
                    <a:pt x="4" y="32"/>
                  </a:moveTo>
                  <a:cubicBezTo>
                    <a:pt x="8" y="44"/>
                    <a:pt x="21" y="51"/>
                    <a:pt x="33" y="47"/>
                  </a:cubicBezTo>
                  <a:cubicBezTo>
                    <a:pt x="45" y="44"/>
                    <a:pt x="52" y="31"/>
                    <a:pt x="48" y="19"/>
                  </a:cubicBezTo>
                  <a:cubicBezTo>
                    <a:pt x="45" y="7"/>
                    <a:pt x="32" y="0"/>
                    <a:pt x="19" y="4"/>
                  </a:cubicBezTo>
                  <a:cubicBezTo>
                    <a:pt x="7" y="7"/>
                    <a:pt x="0" y="20"/>
                    <a:pt x="4" y="32"/>
                  </a:cubicBezTo>
                  <a:close/>
                </a:path>
              </a:pathLst>
            </a:custGeom>
            <a:noFill/>
            <a:ln w="4445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60" name="任意多边形: 形状 9859"/>
            <p:cNvSpPr>
              <a:spLocks/>
            </p:cNvSpPr>
            <p:nvPr userDrawn="1"/>
          </p:nvSpPr>
          <p:spPr bwMode="auto">
            <a:xfrm>
              <a:off x="1463676" y="6122988"/>
              <a:ext cx="42863" cy="134938"/>
            </a:xfrm>
            <a:custGeom>
              <a:avLst/>
              <a:gdLst>
                <a:gd name="T0" fmla="*/ 0 w 27"/>
                <a:gd name="T1" fmla="*/ 0 h 85"/>
                <a:gd name="T2" fmla="*/ 27 w 27"/>
                <a:gd name="T3" fmla="*/ 85 h 85"/>
                <a:gd name="T4" fmla="*/ 0 w 27"/>
                <a:gd name="T5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" h="85">
                  <a:moveTo>
                    <a:pt x="0" y="0"/>
                  </a:moveTo>
                  <a:lnTo>
                    <a:pt x="27" y="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61" name="直接连接符 9860"/>
            <p:cNvSpPr>
              <a:spLocks noChangeShapeType="1"/>
            </p:cNvSpPr>
            <p:nvPr userDrawn="1"/>
          </p:nvSpPr>
          <p:spPr bwMode="auto">
            <a:xfrm>
              <a:off x="1463676" y="6122988"/>
              <a:ext cx="42863" cy="134938"/>
            </a:xfrm>
            <a:prstGeom prst="line">
              <a:avLst/>
            </a:prstGeom>
            <a:noFill/>
            <a:ln w="4445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62" name="任意多边形: 形状 9861"/>
            <p:cNvSpPr>
              <a:spLocks/>
            </p:cNvSpPr>
            <p:nvPr userDrawn="1"/>
          </p:nvSpPr>
          <p:spPr bwMode="auto">
            <a:xfrm>
              <a:off x="247651" y="4492625"/>
              <a:ext cx="228600" cy="280988"/>
            </a:xfrm>
            <a:custGeom>
              <a:avLst/>
              <a:gdLst>
                <a:gd name="T0" fmla="*/ 2 w 78"/>
                <a:gd name="T1" fmla="*/ 44 h 96"/>
                <a:gd name="T2" fmla="*/ 2 w 78"/>
                <a:gd name="T3" fmla="*/ 44 h 96"/>
                <a:gd name="T4" fmla="*/ 44 w 78"/>
                <a:gd name="T5" fmla="*/ 94 h 96"/>
                <a:gd name="T6" fmla="*/ 69 w 78"/>
                <a:gd name="T7" fmla="*/ 96 h 96"/>
                <a:gd name="T8" fmla="*/ 78 w 78"/>
                <a:gd name="T9" fmla="*/ 5 h 96"/>
                <a:gd name="T10" fmla="*/ 53 w 78"/>
                <a:gd name="T11" fmla="*/ 3 h 96"/>
                <a:gd name="T12" fmla="*/ 2 w 78"/>
                <a:gd name="T13" fmla="*/ 44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8" h="96">
                  <a:moveTo>
                    <a:pt x="2" y="44"/>
                  </a:moveTo>
                  <a:cubicBezTo>
                    <a:pt x="2" y="44"/>
                    <a:pt x="2" y="44"/>
                    <a:pt x="2" y="44"/>
                  </a:cubicBezTo>
                  <a:cubicBezTo>
                    <a:pt x="0" y="69"/>
                    <a:pt x="18" y="91"/>
                    <a:pt x="44" y="94"/>
                  </a:cubicBezTo>
                  <a:cubicBezTo>
                    <a:pt x="69" y="96"/>
                    <a:pt x="69" y="96"/>
                    <a:pt x="69" y="96"/>
                  </a:cubicBezTo>
                  <a:cubicBezTo>
                    <a:pt x="78" y="5"/>
                    <a:pt x="78" y="5"/>
                    <a:pt x="78" y="5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27" y="0"/>
                    <a:pt x="5" y="19"/>
                    <a:pt x="2" y="4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63" name="任意多边形: 形状 9862"/>
            <p:cNvSpPr>
              <a:spLocks/>
            </p:cNvSpPr>
            <p:nvPr userDrawn="1"/>
          </p:nvSpPr>
          <p:spPr bwMode="auto">
            <a:xfrm>
              <a:off x="449263" y="4506913"/>
              <a:ext cx="144463" cy="279400"/>
            </a:xfrm>
            <a:custGeom>
              <a:avLst/>
              <a:gdLst>
                <a:gd name="T0" fmla="*/ 72 w 91"/>
                <a:gd name="T1" fmla="*/ 176 h 176"/>
                <a:gd name="T2" fmla="*/ 0 w 91"/>
                <a:gd name="T3" fmla="*/ 168 h 176"/>
                <a:gd name="T4" fmla="*/ 17 w 91"/>
                <a:gd name="T5" fmla="*/ 0 h 176"/>
                <a:gd name="T6" fmla="*/ 91 w 91"/>
                <a:gd name="T7" fmla="*/ 8 h 176"/>
                <a:gd name="T8" fmla="*/ 72 w 91"/>
                <a:gd name="T9" fmla="*/ 176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1" h="176">
                  <a:moveTo>
                    <a:pt x="72" y="176"/>
                  </a:moveTo>
                  <a:lnTo>
                    <a:pt x="0" y="168"/>
                  </a:lnTo>
                  <a:lnTo>
                    <a:pt x="17" y="0"/>
                  </a:lnTo>
                  <a:lnTo>
                    <a:pt x="91" y="8"/>
                  </a:lnTo>
                  <a:lnTo>
                    <a:pt x="72" y="17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64" name="任意多边形: 形状 9863"/>
            <p:cNvSpPr>
              <a:spLocks/>
            </p:cNvSpPr>
            <p:nvPr userDrawn="1"/>
          </p:nvSpPr>
          <p:spPr bwMode="auto">
            <a:xfrm>
              <a:off x="563563" y="4519613"/>
              <a:ext cx="692150" cy="330200"/>
            </a:xfrm>
            <a:custGeom>
              <a:avLst/>
              <a:gdLst>
                <a:gd name="T0" fmla="*/ 419 w 436"/>
                <a:gd name="T1" fmla="*/ 208 h 208"/>
                <a:gd name="T2" fmla="*/ 0 w 436"/>
                <a:gd name="T3" fmla="*/ 168 h 208"/>
                <a:gd name="T4" fmla="*/ 19 w 436"/>
                <a:gd name="T5" fmla="*/ 0 h 208"/>
                <a:gd name="T6" fmla="*/ 436 w 436"/>
                <a:gd name="T7" fmla="*/ 40 h 208"/>
                <a:gd name="T8" fmla="*/ 419 w 436"/>
                <a:gd name="T9" fmla="*/ 208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6" h="208">
                  <a:moveTo>
                    <a:pt x="419" y="208"/>
                  </a:moveTo>
                  <a:lnTo>
                    <a:pt x="0" y="168"/>
                  </a:lnTo>
                  <a:lnTo>
                    <a:pt x="19" y="0"/>
                  </a:lnTo>
                  <a:lnTo>
                    <a:pt x="436" y="40"/>
                  </a:lnTo>
                  <a:lnTo>
                    <a:pt x="419" y="20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65" name="任意多边形: 形状 9864"/>
            <p:cNvSpPr>
              <a:spLocks/>
            </p:cNvSpPr>
            <p:nvPr userDrawn="1"/>
          </p:nvSpPr>
          <p:spPr bwMode="auto">
            <a:xfrm>
              <a:off x="563563" y="4519613"/>
              <a:ext cx="692150" cy="330200"/>
            </a:xfrm>
            <a:custGeom>
              <a:avLst/>
              <a:gdLst>
                <a:gd name="T0" fmla="*/ 419 w 436"/>
                <a:gd name="T1" fmla="*/ 208 h 208"/>
                <a:gd name="T2" fmla="*/ 0 w 436"/>
                <a:gd name="T3" fmla="*/ 168 h 208"/>
                <a:gd name="T4" fmla="*/ 19 w 436"/>
                <a:gd name="T5" fmla="*/ 0 h 208"/>
                <a:gd name="T6" fmla="*/ 436 w 436"/>
                <a:gd name="T7" fmla="*/ 4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6" h="208">
                  <a:moveTo>
                    <a:pt x="419" y="208"/>
                  </a:moveTo>
                  <a:lnTo>
                    <a:pt x="0" y="168"/>
                  </a:lnTo>
                  <a:lnTo>
                    <a:pt x="19" y="0"/>
                  </a:lnTo>
                  <a:lnTo>
                    <a:pt x="436" y="4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66" name="任意多边形: 形状 9865"/>
            <p:cNvSpPr>
              <a:spLocks/>
            </p:cNvSpPr>
            <p:nvPr userDrawn="1"/>
          </p:nvSpPr>
          <p:spPr bwMode="auto">
            <a:xfrm>
              <a:off x="1128713" y="4583113"/>
              <a:ext cx="349250" cy="266700"/>
            </a:xfrm>
            <a:custGeom>
              <a:avLst/>
              <a:gdLst>
                <a:gd name="T0" fmla="*/ 80 w 220"/>
                <a:gd name="T1" fmla="*/ 0 h 168"/>
                <a:gd name="T2" fmla="*/ 220 w 220"/>
                <a:gd name="T3" fmla="*/ 100 h 168"/>
                <a:gd name="T4" fmla="*/ 63 w 220"/>
                <a:gd name="T5" fmla="*/ 168 h 168"/>
                <a:gd name="T6" fmla="*/ 0 w 220"/>
                <a:gd name="T7" fmla="*/ 78 h 168"/>
                <a:gd name="T8" fmla="*/ 80 w 220"/>
                <a:gd name="T9" fmla="*/ 0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0" h="168">
                  <a:moveTo>
                    <a:pt x="80" y="0"/>
                  </a:moveTo>
                  <a:lnTo>
                    <a:pt x="220" y="100"/>
                  </a:lnTo>
                  <a:lnTo>
                    <a:pt x="63" y="168"/>
                  </a:lnTo>
                  <a:lnTo>
                    <a:pt x="0" y="78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67" name="任意多边形: 形状 9866"/>
            <p:cNvSpPr>
              <a:spLocks/>
            </p:cNvSpPr>
            <p:nvPr userDrawn="1"/>
          </p:nvSpPr>
          <p:spPr bwMode="auto">
            <a:xfrm>
              <a:off x="469901" y="4460875"/>
              <a:ext cx="100013" cy="274638"/>
            </a:xfrm>
            <a:custGeom>
              <a:avLst/>
              <a:gdLst>
                <a:gd name="T0" fmla="*/ 17 w 63"/>
                <a:gd name="T1" fmla="*/ 0 h 173"/>
                <a:gd name="T2" fmla="*/ 0 w 63"/>
                <a:gd name="T3" fmla="*/ 168 h 173"/>
                <a:gd name="T4" fmla="*/ 44 w 63"/>
                <a:gd name="T5" fmla="*/ 173 h 173"/>
                <a:gd name="T6" fmla="*/ 63 w 63"/>
                <a:gd name="T7" fmla="*/ 5 h 173"/>
                <a:gd name="T8" fmla="*/ 17 w 63"/>
                <a:gd name="T9" fmla="*/ 0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73">
                  <a:moveTo>
                    <a:pt x="17" y="0"/>
                  </a:moveTo>
                  <a:lnTo>
                    <a:pt x="0" y="168"/>
                  </a:lnTo>
                  <a:lnTo>
                    <a:pt x="44" y="173"/>
                  </a:lnTo>
                  <a:lnTo>
                    <a:pt x="63" y="5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68" name="任意多边形: 形状 9867"/>
            <p:cNvSpPr>
              <a:spLocks/>
            </p:cNvSpPr>
            <p:nvPr userDrawn="1"/>
          </p:nvSpPr>
          <p:spPr bwMode="auto">
            <a:xfrm>
              <a:off x="236538" y="4443413"/>
              <a:ext cx="230188" cy="280988"/>
            </a:xfrm>
            <a:custGeom>
              <a:avLst/>
              <a:gdLst>
                <a:gd name="T0" fmla="*/ 3 w 79"/>
                <a:gd name="T1" fmla="*/ 44 h 96"/>
                <a:gd name="T2" fmla="*/ 3 w 79"/>
                <a:gd name="T3" fmla="*/ 44 h 96"/>
                <a:gd name="T4" fmla="*/ 44 w 79"/>
                <a:gd name="T5" fmla="*/ 94 h 96"/>
                <a:gd name="T6" fmla="*/ 70 w 79"/>
                <a:gd name="T7" fmla="*/ 96 h 96"/>
                <a:gd name="T8" fmla="*/ 79 w 79"/>
                <a:gd name="T9" fmla="*/ 5 h 96"/>
                <a:gd name="T10" fmla="*/ 53 w 79"/>
                <a:gd name="T11" fmla="*/ 3 h 96"/>
                <a:gd name="T12" fmla="*/ 3 w 79"/>
                <a:gd name="T13" fmla="*/ 44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9" h="96">
                  <a:moveTo>
                    <a:pt x="3" y="44"/>
                  </a:moveTo>
                  <a:cubicBezTo>
                    <a:pt x="3" y="44"/>
                    <a:pt x="3" y="44"/>
                    <a:pt x="3" y="44"/>
                  </a:cubicBezTo>
                  <a:cubicBezTo>
                    <a:pt x="0" y="69"/>
                    <a:pt x="19" y="91"/>
                    <a:pt x="44" y="94"/>
                  </a:cubicBezTo>
                  <a:cubicBezTo>
                    <a:pt x="70" y="96"/>
                    <a:pt x="70" y="96"/>
                    <a:pt x="70" y="96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28" y="0"/>
                    <a:pt x="5" y="19"/>
                    <a:pt x="3" y="44"/>
                  </a:cubicBez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69" name="任意多边形: 形状 9868"/>
            <p:cNvSpPr>
              <a:spLocks/>
            </p:cNvSpPr>
            <p:nvPr userDrawn="1"/>
          </p:nvSpPr>
          <p:spPr bwMode="auto">
            <a:xfrm>
              <a:off x="1336676" y="4651375"/>
              <a:ext cx="168275" cy="120650"/>
            </a:xfrm>
            <a:custGeom>
              <a:avLst/>
              <a:gdLst>
                <a:gd name="T0" fmla="*/ 34 w 106"/>
                <a:gd name="T1" fmla="*/ 76 h 76"/>
                <a:gd name="T2" fmla="*/ 0 w 106"/>
                <a:gd name="T3" fmla="*/ 33 h 76"/>
                <a:gd name="T4" fmla="*/ 41 w 106"/>
                <a:gd name="T5" fmla="*/ 0 h 76"/>
                <a:gd name="T6" fmla="*/ 106 w 106"/>
                <a:gd name="T7" fmla="*/ 44 h 76"/>
                <a:gd name="T8" fmla="*/ 34 w 106"/>
                <a:gd name="T9" fmla="*/ 76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" h="76">
                  <a:moveTo>
                    <a:pt x="34" y="76"/>
                  </a:moveTo>
                  <a:lnTo>
                    <a:pt x="0" y="33"/>
                  </a:lnTo>
                  <a:lnTo>
                    <a:pt x="41" y="0"/>
                  </a:lnTo>
                  <a:lnTo>
                    <a:pt x="106" y="44"/>
                  </a:lnTo>
                  <a:lnTo>
                    <a:pt x="34" y="76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70" name="任意多边形: 形状 9869"/>
            <p:cNvSpPr>
              <a:spLocks/>
            </p:cNvSpPr>
            <p:nvPr userDrawn="1"/>
          </p:nvSpPr>
          <p:spPr bwMode="auto">
            <a:xfrm>
              <a:off x="584201" y="4471988"/>
              <a:ext cx="703263" cy="187325"/>
            </a:xfrm>
            <a:custGeom>
              <a:avLst/>
              <a:gdLst>
                <a:gd name="T0" fmla="*/ 375 w 443"/>
                <a:gd name="T1" fmla="*/ 118 h 118"/>
                <a:gd name="T2" fmla="*/ 0 w 443"/>
                <a:gd name="T3" fmla="*/ 82 h 118"/>
                <a:gd name="T4" fmla="*/ 7 w 443"/>
                <a:gd name="T5" fmla="*/ 0 h 118"/>
                <a:gd name="T6" fmla="*/ 443 w 443"/>
                <a:gd name="T7" fmla="*/ 43 h 118"/>
                <a:gd name="T8" fmla="*/ 375 w 443"/>
                <a:gd name="T9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3" h="118">
                  <a:moveTo>
                    <a:pt x="375" y="118"/>
                  </a:moveTo>
                  <a:lnTo>
                    <a:pt x="0" y="82"/>
                  </a:lnTo>
                  <a:lnTo>
                    <a:pt x="7" y="0"/>
                  </a:lnTo>
                  <a:lnTo>
                    <a:pt x="443" y="43"/>
                  </a:lnTo>
                  <a:lnTo>
                    <a:pt x="375" y="118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71" name="任意多边形: 形状 9870"/>
            <p:cNvSpPr>
              <a:spLocks/>
            </p:cNvSpPr>
            <p:nvPr userDrawn="1"/>
          </p:nvSpPr>
          <p:spPr bwMode="auto">
            <a:xfrm>
              <a:off x="569913" y="4654550"/>
              <a:ext cx="627063" cy="152400"/>
            </a:xfrm>
            <a:custGeom>
              <a:avLst/>
              <a:gdLst>
                <a:gd name="T0" fmla="*/ 352 w 395"/>
                <a:gd name="T1" fmla="*/ 33 h 96"/>
                <a:gd name="T2" fmla="*/ 5 w 395"/>
                <a:gd name="T3" fmla="*/ 0 h 96"/>
                <a:gd name="T4" fmla="*/ 0 w 395"/>
                <a:gd name="T5" fmla="*/ 55 h 96"/>
                <a:gd name="T6" fmla="*/ 395 w 395"/>
                <a:gd name="T7" fmla="*/ 96 h 96"/>
                <a:gd name="T8" fmla="*/ 352 w 395"/>
                <a:gd name="T9" fmla="*/ 33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5" h="96">
                  <a:moveTo>
                    <a:pt x="352" y="33"/>
                  </a:moveTo>
                  <a:lnTo>
                    <a:pt x="5" y="0"/>
                  </a:lnTo>
                  <a:lnTo>
                    <a:pt x="0" y="55"/>
                  </a:lnTo>
                  <a:lnTo>
                    <a:pt x="395" y="96"/>
                  </a:lnTo>
                  <a:lnTo>
                    <a:pt x="352" y="33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72" name="任意多边形: 形状 9871"/>
            <p:cNvSpPr>
              <a:spLocks/>
            </p:cNvSpPr>
            <p:nvPr userDrawn="1"/>
          </p:nvSpPr>
          <p:spPr bwMode="auto">
            <a:xfrm>
              <a:off x="563563" y="4519613"/>
              <a:ext cx="692150" cy="330200"/>
            </a:xfrm>
            <a:custGeom>
              <a:avLst/>
              <a:gdLst>
                <a:gd name="T0" fmla="*/ 419 w 436"/>
                <a:gd name="T1" fmla="*/ 208 h 208"/>
                <a:gd name="T2" fmla="*/ 0 w 436"/>
                <a:gd name="T3" fmla="*/ 168 h 208"/>
                <a:gd name="T4" fmla="*/ 19 w 436"/>
                <a:gd name="T5" fmla="*/ 0 h 208"/>
                <a:gd name="T6" fmla="*/ 436 w 436"/>
                <a:gd name="T7" fmla="*/ 4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6" h="208">
                  <a:moveTo>
                    <a:pt x="419" y="208"/>
                  </a:moveTo>
                  <a:lnTo>
                    <a:pt x="0" y="168"/>
                  </a:lnTo>
                  <a:lnTo>
                    <a:pt x="19" y="0"/>
                  </a:lnTo>
                  <a:lnTo>
                    <a:pt x="436" y="40"/>
                  </a:ln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73" name="任意多边形: 形状 9872"/>
            <p:cNvSpPr>
              <a:spLocks/>
            </p:cNvSpPr>
            <p:nvPr userDrawn="1"/>
          </p:nvSpPr>
          <p:spPr bwMode="auto">
            <a:xfrm>
              <a:off x="1128713" y="4583113"/>
              <a:ext cx="349250" cy="266700"/>
            </a:xfrm>
            <a:custGeom>
              <a:avLst/>
              <a:gdLst>
                <a:gd name="T0" fmla="*/ 80 w 220"/>
                <a:gd name="T1" fmla="*/ 0 h 168"/>
                <a:gd name="T2" fmla="*/ 220 w 220"/>
                <a:gd name="T3" fmla="*/ 100 h 168"/>
                <a:gd name="T4" fmla="*/ 63 w 220"/>
                <a:gd name="T5" fmla="*/ 168 h 168"/>
                <a:gd name="T6" fmla="*/ 0 w 220"/>
                <a:gd name="T7" fmla="*/ 78 h 168"/>
                <a:gd name="T8" fmla="*/ 80 w 220"/>
                <a:gd name="T9" fmla="*/ 0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0" h="168">
                  <a:moveTo>
                    <a:pt x="80" y="0"/>
                  </a:moveTo>
                  <a:lnTo>
                    <a:pt x="220" y="100"/>
                  </a:lnTo>
                  <a:lnTo>
                    <a:pt x="63" y="168"/>
                  </a:lnTo>
                  <a:lnTo>
                    <a:pt x="0" y="78"/>
                  </a:lnTo>
                  <a:lnTo>
                    <a:pt x="80" y="0"/>
                  </a:ln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74" name="任意多边形: 形状 9873"/>
            <p:cNvSpPr>
              <a:spLocks/>
            </p:cNvSpPr>
            <p:nvPr userDrawn="1"/>
          </p:nvSpPr>
          <p:spPr bwMode="auto">
            <a:xfrm>
              <a:off x="1314451" y="4672013"/>
              <a:ext cx="63500" cy="120650"/>
            </a:xfrm>
            <a:custGeom>
              <a:avLst/>
              <a:gdLst>
                <a:gd name="T0" fmla="*/ 40 w 40"/>
                <a:gd name="T1" fmla="*/ 0 h 76"/>
                <a:gd name="T2" fmla="*/ 0 w 40"/>
                <a:gd name="T3" fmla="*/ 33 h 76"/>
                <a:gd name="T4" fmla="*/ 31 w 40"/>
                <a:gd name="T5" fmla="*/ 76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76">
                  <a:moveTo>
                    <a:pt x="40" y="0"/>
                  </a:moveTo>
                  <a:lnTo>
                    <a:pt x="0" y="33"/>
                  </a:lnTo>
                  <a:lnTo>
                    <a:pt x="31" y="76"/>
                  </a:ln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75" name="任意多边形: 形状 9874"/>
            <p:cNvSpPr>
              <a:spLocks/>
            </p:cNvSpPr>
            <p:nvPr userDrawn="1"/>
          </p:nvSpPr>
          <p:spPr bwMode="auto">
            <a:xfrm>
              <a:off x="449263" y="4506913"/>
              <a:ext cx="26988" cy="266700"/>
            </a:xfrm>
            <a:custGeom>
              <a:avLst/>
              <a:gdLst>
                <a:gd name="T0" fmla="*/ 0 w 17"/>
                <a:gd name="T1" fmla="*/ 168 h 168"/>
                <a:gd name="T2" fmla="*/ 17 w 17"/>
                <a:gd name="T3" fmla="*/ 0 h 168"/>
                <a:gd name="T4" fmla="*/ 0 w 17"/>
                <a:gd name="T5" fmla="*/ 168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168">
                  <a:moveTo>
                    <a:pt x="0" y="168"/>
                  </a:moveTo>
                  <a:lnTo>
                    <a:pt x="17" y="0"/>
                  </a:lnTo>
                  <a:lnTo>
                    <a:pt x="0" y="16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76" name="直接连接符 9875"/>
            <p:cNvSpPr>
              <a:spLocks noChangeShapeType="1"/>
            </p:cNvSpPr>
            <p:nvPr userDrawn="1"/>
          </p:nvSpPr>
          <p:spPr bwMode="auto">
            <a:xfrm flipV="1">
              <a:off x="449263" y="4506913"/>
              <a:ext cx="26988" cy="266700"/>
            </a:xfrm>
            <a:prstGeom prst="line">
              <a:avLst/>
            </a:pr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77" name="任意多边形: 形状 9876"/>
            <p:cNvSpPr>
              <a:spLocks/>
            </p:cNvSpPr>
            <p:nvPr userDrawn="1"/>
          </p:nvSpPr>
          <p:spPr bwMode="auto">
            <a:xfrm>
              <a:off x="247651" y="4492625"/>
              <a:ext cx="228600" cy="280988"/>
            </a:xfrm>
            <a:custGeom>
              <a:avLst/>
              <a:gdLst>
                <a:gd name="T0" fmla="*/ 2 w 78"/>
                <a:gd name="T1" fmla="*/ 44 h 96"/>
                <a:gd name="T2" fmla="*/ 2 w 78"/>
                <a:gd name="T3" fmla="*/ 44 h 96"/>
                <a:gd name="T4" fmla="*/ 44 w 78"/>
                <a:gd name="T5" fmla="*/ 94 h 96"/>
                <a:gd name="T6" fmla="*/ 69 w 78"/>
                <a:gd name="T7" fmla="*/ 96 h 96"/>
                <a:gd name="T8" fmla="*/ 78 w 78"/>
                <a:gd name="T9" fmla="*/ 5 h 96"/>
                <a:gd name="T10" fmla="*/ 53 w 78"/>
                <a:gd name="T11" fmla="*/ 3 h 96"/>
                <a:gd name="T12" fmla="*/ 2 w 78"/>
                <a:gd name="T13" fmla="*/ 44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8" h="96">
                  <a:moveTo>
                    <a:pt x="2" y="44"/>
                  </a:moveTo>
                  <a:cubicBezTo>
                    <a:pt x="2" y="44"/>
                    <a:pt x="2" y="44"/>
                    <a:pt x="2" y="44"/>
                  </a:cubicBezTo>
                  <a:cubicBezTo>
                    <a:pt x="0" y="69"/>
                    <a:pt x="18" y="91"/>
                    <a:pt x="44" y="94"/>
                  </a:cubicBezTo>
                  <a:cubicBezTo>
                    <a:pt x="69" y="96"/>
                    <a:pt x="69" y="96"/>
                    <a:pt x="69" y="96"/>
                  </a:cubicBezTo>
                  <a:cubicBezTo>
                    <a:pt x="78" y="5"/>
                    <a:pt x="78" y="5"/>
                    <a:pt x="78" y="5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27" y="0"/>
                    <a:pt x="5" y="19"/>
                    <a:pt x="2" y="44"/>
                  </a:cubicBez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78" name="任意多边形: 形状 9877"/>
            <p:cNvSpPr>
              <a:spLocks/>
            </p:cNvSpPr>
            <p:nvPr userDrawn="1"/>
          </p:nvSpPr>
          <p:spPr bwMode="auto">
            <a:xfrm>
              <a:off x="449263" y="4773613"/>
              <a:ext cx="114300" cy="12700"/>
            </a:xfrm>
            <a:custGeom>
              <a:avLst/>
              <a:gdLst>
                <a:gd name="T0" fmla="*/ 0 w 72"/>
                <a:gd name="T1" fmla="*/ 0 h 8"/>
                <a:gd name="T2" fmla="*/ 72 w 72"/>
                <a:gd name="T3" fmla="*/ 8 h 8"/>
                <a:gd name="T4" fmla="*/ 0 w 72"/>
                <a:gd name="T5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2" h="8">
                  <a:moveTo>
                    <a:pt x="0" y="0"/>
                  </a:moveTo>
                  <a:lnTo>
                    <a:pt x="72" y="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79" name="直接连接符 9878"/>
            <p:cNvSpPr>
              <a:spLocks noChangeShapeType="1"/>
            </p:cNvSpPr>
            <p:nvPr userDrawn="1"/>
          </p:nvSpPr>
          <p:spPr bwMode="auto">
            <a:xfrm>
              <a:off x="449263" y="4773613"/>
              <a:ext cx="114300" cy="12700"/>
            </a:xfrm>
            <a:prstGeom prst="line">
              <a:avLst/>
            </a:pr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80" name="直接连接符 9879"/>
            <p:cNvSpPr>
              <a:spLocks noChangeShapeType="1"/>
            </p:cNvSpPr>
            <p:nvPr userDrawn="1"/>
          </p:nvSpPr>
          <p:spPr bwMode="auto">
            <a:xfrm flipH="1" flipV="1">
              <a:off x="681038" y="4662488"/>
              <a:ext cx="447675" cy="44450"/>
            </a:xfrm>
            <a:prstGeom prst="line">
              <a:avLst/>
            </a:pr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81" name="直接连接符 9880"/>
            <p:cNvSpPr>
              <a:spLocks noChangeShapeType="1"/>
            </p:cNvSpPr>
            <p:nvPr userDrawn="1"/>
          </p:nvSpPr>
          <p:spPr bwMode="auto">
            <a:xfrm>
              <a:off x="476251" y="4506913"/>
              <a:ext cx="117475" cy="12700"/>
            </a:xfrm>
            <a:prstGeom prst="line">
              <a:avLst/>
            </a:pr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82" name="任意多边形: 形状 9881"/>
            <p:cNvSpPr>
              <a:spLocks/>
            </p:cNvSpPr>
            <p:nvPr userDrawn="1"/>
          </p:nvSpPr>
          <p:spPr bwMode="auto">
            <a:xfrm>
              <a:off x="9906001" y="6237288"/>
              <a:ext cx="271463" cy="233363"/>
            </a:xfrm>
            <a:custGeom>
              <a:avLst/>
              <a:gdLst>
                <a:gd name="T0" fmla="*/ 34 w 93"/>
                <a:gd name="T1" fmla="*/ 73 h 80"/>
                <a:gd name="T2" fmla="*/ 34 w 93"/>
                <a:gd name="T3" fmla="*/ 73 h 80"/>
                <a:gd name="T4" fmla="*/ 86 w 93"/>
                <a:gd name="T5" fmla="*/ 45 h 80"/>
                <a:gd name="T6" fmla="*/ 93 w 93"/>
                <a:gd name="T7" fmla="*/ 23 h 80"/>
                <a:gd name="T8" fmla="*/ 13 w 93"/>
                <a:gd name="T9" fmla="*/ 0 h 80"/>
                <a:gd name="T10" fmla="*/ 7 w 93"/>
                <a:gd name="T11" fmla="*/ 22 h 80"/>
                <a:gd name="T12" fmla="*/ 34 w 93"/>
                <a:gd name="T13" fmla="*/ 73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3" h="80">
                  <a:moveTo>
                    <a:pt x="34" y="73"/>
                  </a:moveTo>
                  <a:cubicBezTo>
                    <a:pt x="34" y="73"/>
                    <a:pt x="34" y="73"/>
                    <a:pt x="34" y="73"/>
                  </a:cubicBezTo>
                  <a:cubicBezTo>
                    <a:pt x="56" y="80"/>
                    <a:pt x="80" y="67"/>
                    <a:pt x="86" y="45"/>
                  </a:cubicBezTo>
                  <a:cubicBezTo>
                    <a:pt x="93" y="23"/>
                    <a:pt x="93" y="23"/>
                    <a:pt x="93" y="23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0" y="44"/>
                    <a:pt x="12" y="67"/>
                    <a:pt x="34" y="7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83" name="任意多边形: 形状 9882"/>
            <p:cNvSpPr>
              <a:spLocks/>
            </p:cNvSpPr>
            <p:nvPr userDrawn="1"/>
          </p:nvSpPr>
          <p:spPr bwMode="auto">
            <a:xfrm>
              <a:off x="9944101" y="6137275"/>
              <a:ext cx="266700" cy="166688"/>
            </a:xfrm>
            <a:custGeom>
              <a:avLst/>
              <a:gdLst>
                <a:gd name="T0" fmla="*/ 168 w 168"/>
                <a:gd name="T1" fmla="*/ 44 h 105"/>
                <a:gd name="T2" fmla="*/ 147 w 168"/>
                <a:gd name="T3" fmla="*/ 105 h 105"/>
                <a:gd name="T4" fmla="*/ 0 w 168"/>
                <a:gd name="T5" fmla="*/ 63 h 105"/>
                <a:gd name="T6" fmla="*/ 20 w 168"/>
                <a:gd name="T7" fmla="*/ 0 h 105"/>
                <a:gd name="T8" fmla="*/ 168 w 168"/>
                <a:gd name="T9" fmla="*/ 44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8" h="105">
                  <a:moveTo>
                    <a:pt x="168" y="44"/>
                  </a:moveTo>
                  <a:lnTo>
                    <a:pt x="147" y="105"/>
                  </a:lnTo>
                  <a:lnTo>
                    <a:pt x="0" y="63"/>
                  </a:lnTo>
                  <a:lnTo>
                    <a:pt x="20" y="0"/>
                  </a:lnTo>
                  <a:lnTo>
                    <a:pt x="168" y="4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84" name="任意多边形: 形状 9883"/>
            <p:cNvSpPr>
              <a:spLocks/>
            </p:cNvSpPr>
            <p:nvPr userDrawn="1"/>
          </p:nvSpPr>
          <p:spPr bwMode="auto">
            <a:xfrm>
              <a:off x="9975851" y="5565775"/>
              <a:ext cx="409575" cy="641350"/>
            </a:xfrm>
            <a:custGeom>
              <a:avLst/>
              <a:gdLst>
                <a:gd name="T0" fmla="*/ 258 w 258"/>
                <a:gd name="T1" fmla="*/ 44 h 404"/>
                <a:gd name="T2" fmla="*/ 148 w 258"/>
                <a:gd name="T3" fmla="*/ 404 h 404"/>
                <a:gd name="T4" fmla="*/ 0 w 258"/>
                <a:gd name="T5" fmla="*/ 360 h 404"/>
                <a:gd name="T6" fmla="*/ 111 w 258"/>
                <a:gd name="T7" fmla="*/ 0 h 404"/>
                <a:gd name="T8" fmla="*/ 258 w 258"/>
                <a:gd name="T9" fmla="*/ 44 h 4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8" h="404">
                  <a:moveTo>
                    <a:pt x="258" y="44"/>
                  </a:moveTo>
                  <a:lnTo>
                    <a:pt x="148" y="404"/>
                  </a:lnTo>
                  <a:lnTo>
                    <a:pt x="0" y="360"/>
                  </a:lnTo>
                  <a:lnTo>
                    <a:pt x="111" y="0"/>
                  </a:lnTo>
                  <a:lnTo>
                    <a:pt x="258" y="4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85" name="任意多边形: 形状 9884"/>
            <p:cNvSpPr>
              <a:spLocks/>
            </p:cNvSpPr>
            <p:nvPr userDrawn="1"/>
          </p:nvSpPr>
          <p:spPr bwMode="auto">
            <a:xfrm>
              <a:off x="9975851" y="5565775"/>
              <a:ext cx="409575" cy="641350"/>
            </a:xfrm>
            <a:custGeom>
              <a:avLst/>
              <a:gdLst>
                <a:gd name="T0" fmla="*/ 258 w 258"/>
                <a:gd name="T1" fmla="*/ 44 h 404"/>
                <a:gd name="T2" fmla="*/ 148 w 258"/>
                <a:gd name="T3" fmla="*/ 404 h 404"/>
                <a:gd name="T4" fmla="*/ 0 w 258"/>
                <a:gd name="T5" fmla="*/ 360 h 404"/>
                <a:gd name="T6" fmla="*/ 111 w 258"/>
                <a:gd name="T7" fmla="*/ 0 h 4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404">
                  <a:moveTo>
                    <a:pt x="258" y="44"/>
                  </a:moveTo>
                  <a:lnTo>
                    <a:pt x="148" y="404"/>
                  </a:lnTo>
                  <a:lnTo>
                    <a:pt x="0" y="360"/>
                  </a:lnTo>
                  <a:lnTo>
                    <a:pt x="11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86" name="任意多边形: 形状 9885"/>
            <p:cNvSpPr>
              <a:spLocks/>
            </p:cNvSpPr>
            <p:nvPr userDrawn="1"/>
          </p:nvSpPr>
          <p:spPr bwMode="auto">
            <a:xfrm>
              <a:off x="10152063" y="5399088"/>
              <a:ext cx="233363" cy="298450"/>
            </a:xfrm>
            <a:custGeom>
              <a:avLst/>
              <a:gdLst>
                <a:gd name="T0" fmla="*/ 0 w 147"/>
                <a:gd name="T1" fmla="*/ 105 h 188"/>
                <a:gd name="T2" fmla="*/ 112 w 147"/>
                <a:gd name="T3" fmla="*/ 0 h 188"/>
                <a:gd name="T4" fmla="*/ 147 w 147"/>
                <a:gd name="T5" fmla="*/ 149 h 188"/>
                <a:gd name="T6" fmla="*/ 55 w 147"/>
                <a:gd name="T7" fmla="*/ 188 h 188"/>
                <a:gd name="T8" fmla="*/ 0 w 147"/>
                <a:gd name="T9" fmla="*/ 105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7" h="188">
                  <a:moveTo>
                    <a:pt x="0" y="105"/>
                  </a:moveTo>
                  <a:lnTo>
                    <a:pt x="112" y="0"/>
                  </a:lnTo>
                  <a:lnTo>
                    <a:pt x="147" y="149"/>
                  </a:lnTo>
                  <a:lnTo>
                    <a:pt x="55" y="188"/>
                  </a:lnTo>
                  <a:lnTo>
                    <a:pt x="0" y="10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87" name="任意多边形: 形状 9886"/>
            <p:cNvSpPr>
              <a:spLocks/>
            </p:cNvSpPr>
            <p:nvPr userDrawn="1"/>
          </p:nvSpPr>
          <p:spPr bwMode="auto">
            <a:xfrm>
              <a:off x="9906001" y="6148388"/>
              <a:ext cx="254000" cy="131763"/>
            </a:xfrm>
            <a:custGeom>
              <a:avLst/>
              <a:gdLst>
                <a:gd name="T0" fmla="*/ 0 w 160"/>
                <a:gd name="T1" fmla="*/ 39 h 83"/>
                <a:gd name="T2" fmla="*/ 147 w 160"/>
                <a:gd name="T3" fmla="*/ 83 h 83"/>
                <a:gd name="T4" fmla="*/ 160 w 160"/>
                <a:gd name="T5" fmla="*/ 45 h 83"/>
                <a:gd name="T6" fmla="*/ 13 w 160"/>
                <a:gd name="T7" fmla="*/ 0 h 83"/>
                <a:gd name="T8" fmla="*/ 0 w 160"/>
                <a:gd name="T9" fmla="*/ 39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" h="83">
                  <a:moveTo>
                    <a:pt x="0" y="39"/>
                  </a:moveTo>
                  <a:lnTo>
                    <a:pt x="147" y="83"/>
                  </a:lnTo>
                  <a:lnTo>
                    <a:pt x="160" y="45"/>
                  </a:lnTo>
                  <a:lnTo>
                    <a:pt x="13" y="0"/>
                  </a:lnTo>
                  <a:lnTo>
                    <a:pt x="0" y="39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88" name="任意多边形: 形状 9887"/>
            <p:cNvSpPr>
              <a:spLocks/>
            </p:cNvSpPr>
            <p:nvPr userDrawn="1"/>
          </p:nvSpPr>
          <p:spPr bwMode="auto">
            <a:xfrm>
              <a:off x="9858376" y="6237288"/>
              <a:ext cx="273050" cy="233363"/>
            </a:xfrm>
            <a:custGeom>
              <a:avLst/>
              <a:gdLst>
                <a:gd name="T0" fmla="*/ 34 w 93"/>
                <a:gd name="T1" fmla="*/ 73 h 80"/>
                <a:gd name="T2" fmla="*/ 34 w 93"/>
                <a:gd name="T3" fmla="*/ 73 h 80"/>
                <a:gd name="T4" fmla="*/ 87 w 93"/>
                <a:gd name="T5" fmla="*/ 46 h 80"/>
                <a:gd name="T6" fmla="*/ 93 w 93"/>
                <a:gd name="T7" fmla="*/ 24 h 80"/>
                <a:gd name="T8" fmla="*/ 14 w 93"/>
                <a:gd name="T9" fmla="*/ 0 h 80"/>
                <a:gd name="T10" fmla="*/ 7 w 93"/>
                <a:gd name="T11" fmla="*/ 22 h 80"/>
                <a:gd name="T12" fmla="*/ 34 w 93"/>
                <a:gd name="T13" fmla="*/ 73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3" h="80">
                  <a:moveTo>
                    <a:pt x="34" y="73"/>
                  </a:moveTo>
                  <a:cubicBezTo>
                    <a:pt x="34" y="73"/>
                    <a:pt x="34" y="73"/>
                    <a:pt x="34" y="73"/>
                  </a:cubicBezTo>
                  <a:cubicBezTo>
                    <a:pt x="56" y="80"/>
                    <a:pt x="80" y="68"/>
                    <a:pt x="87" y="46"/>
                  </a:cubicBezTo>
                  <a:cubicBezTo>
                    <a:pt x="93" y="24"/>
                    <a:pt x="93" y="24"/>
                    <a:pt x="93" y="24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0" y="44"/>
                    <a:pt x="12" y="67"/>
                    <a:pt x="34" y="73"/>
                  </a:cubicBez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89" name="任意多边形: 形状 9888"/>
            <p:cNvSpPr>
              <a:spLocks/>
            </p:cNvSpPr>
            <p:nvPr userDrawn="1"/>
          </p:nvSpPr>
          <p:spPr bwMode="auto">
            <a:xfrm>
              <a:off x="10236201" y="5372100"/>
              <a:ext cx="106363" cy="141288"/>
            </a:xfrm>
            <a:custGeom>
              <a:avLst/>
              <a:gdLst>
                <a:gd name="T0" fmla="*/ 67 w 67"/>
                <a:gd name="T1" fmla="*/ 68 h 89"/>
                <a:gd name="T2" fmla="*/ 24 w 67"/>
                <a:gd name="T3" fmla="*/ 89 h 89"/>
                <a:gd name="T4" fmla="*/ 0 w 67"/>
                <a:gd name="T5" fmla="*/ 48 h 89"/>
                <a:gd name="T6" fmla="*/ 50 w 67"/>
                <a:gd name="T7" fmla="*/ 0 h 89"/>
                <a:gd name="T8" fmla="*/ 67 w 67"/>
                <a:gd name="T9" fmla="*/ 68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89">
                  <a:moveTo>
                    <a:pt x="67" y="68"/>
                  </a:moveTo>
                  <a:lnTo>
                    <a:pt x="24" y="89"/>
                  </a:lnTo>
                  <a:lnTo>
                    <a:pt x="0" y="48"/>
                  </a:lnTo>
                  <a:lnTo>
                    <a:pt x="50" y="0"/>
                  </a:lnTo>
                  <a:lnTo>
                    <a:pt x="67" y="68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90" name="任意多边形: 形状 9889"/>
            <p:cNvSpPr>
              <a:spLocks/>
            </p:cNvSpPr>
            <p:nvPr userDrawn="1"/>
          </p:nvSpPr>
          <p:spPr bwMode="auto">
            <a:xfrm>
              <a:off x="9931401" y="5530850"/>
              <a:ext cx="273050" cy="627063"/>
            </a:xfrm>
            <a:custGeom>
              <a:avLst/>
              <a:gdLst>
                <a:gd name="T0" fmla="*/ 172 w 172"/>
                <a:gd name="T1" fmla="*/ 74 h 395"/>
                <a:gd name="T2" fmla="*/ 72 w 172"/>
                <a:gd name="T3" fmla="*/ 395 h 395"/>
                <a:gd name="T4" fmla="*/ 0 w 172"/>
                <a:gd name="T5" fmla="*/ 375 h 395"/>
                <a:gd name="T6" fmla="*/ 117 w 172"/>
                <a:gd name="T7" fmla="*/ 0 h 395"/>
                <a:gd name="T8" fmla="*/ 172 w 172"/>
                <a:gd name="T9" fmla="*/ 74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2" h="395">
                  <a:moveTo>
                    <a:pt x="172" y="74"/>
                  </a:moveTo>
                  <a:lnTo>
                    <a:pt x="72" y="395"/>
                  </a:lnTo>
                  <a:lnTo>
                    <a:pt x="0" y="375"/>
                  </a:lnTo>
                  <a:lnTo>
                    <a:pt x="117" y="0"/>
                  </a:lnTo>
                  <a:lnTo>
                    <a:pt x="172" y="74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91" name="任意多边形: 形状 9890"/>
            <p:cNvSpPr>
              <a:spLocks/>
            </p:cNvSpPr>
            <p:nvPr userDrawn="1"/>
          </p:nvSpPr>
          <p:spPr bwMode="auto">
            <a:xfrm>
              <a:off x="10093326" y="5656263"/>
              <a:ext cx="242888" cy="539750"/>
            </a:xfrm>
            <a:custGeom>
              <a:avLst/>
              <a:gdLst>
                <a:gd name="T0" fmla="*/ 92 w 153"/>
                <a:gd name="T1" fmla="*/ 26 h 340"/>
                <a:gd name="T2" fmla="*/ 0 w 153"/>
                <a:gd name="T3" fmla="*/ 325 h 340"/>
                <a:gd name="T4" fmla="*/ 50 w 153"/>
                <a:gd name="T5" fmla="*/ 340 h 340"/>
                <a:gd name="T6" fmla="*/ 153 w 153"/>
                <a:gd name="T7" fmla="*/ 0 h 340"/>
                <a:gd name="T8" fmla="*/ 92 w 153"/>
                <a:gd name="T9" fmla="*/ 26 h 3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3" h="340">
                  <a:moveTo>
                    <a:pt x="92" y="26"/>
                  </a:moveTo>
                  <a:lnTo>
                    <a:pt x="0" y="325"/>
                  </a:lnTo>
                  <a:lnTo>
                    <a:pt x="50" y="340"/>
                  </a:lnTo>
                  <a:lnTo>
                    <a:pt x="153" y="0"/>
                  </a:lnTo>
                  <a:lnTo>
                    <a:pt x="92" y="26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92" name="任意多边形: 形状 9891"/>
            <p:cNvSpPr>
              <a:spLocks/>
            </p:cNvSpPr>
            <p:nvPr userDrawn="1"/>
          </p:nvSpPr>
          <p:spPr bwMode="auto">
            <a:xfrm>
              <a:off x="9975851" y="5565775"/>
              <a:ext cx="409575" cy="641350"/>
            </a:xfrm>
            <a:custGeom>
              <a:avLst/>
              <a:gdLst>
                <a:gd name="T0" fmla="*/ 258 w 258"/>
                <a:gd name="T1" fmla="*/ 44 h 404"/>
                <a:gd name="T2" fmla="*/ 148 w 258"/>
                <a:gd name="T3" fmla="*/ 404 h 404"/>
                <a:gd name="T4" fmla="*/ 0 w 258"/>
                <a:gd name="T5" fmla="*/ 360 h 404"/>
                <a:gd name="T6" fmla="*/ 111 w 258"/>
                <a:gd name="T7" fmla="*/ 0 h 4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404">
                  <a:moveTo>
                    <a:pt x="258" y="44"/>
                  </a:moveTo>
                  <a:lnTo>
                    <a:pt x="148" y="404"/>
                  </a:lnTo>
                  <a:lnTo>
                    <a:pt x="0" y="360"/>
                  </a:lnTo>
                  <a:lnTo>
                    <a:pt x="111" y="0"/>
                  </a:lnTo>
                </a:path>
              </a:pathLst>
            </a:cu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93" name="任意多边形: 形状 9892"/>
            <p:cNvSpPr>
              <a:spLocks/>
            </p:cNvSpPr>
            <p:nvPr userDrawn="1"/>
          </p:nvSpPr>
          <p:spPr bwMode="auto">
            <a:xfrm>
              <a:off x="10152063" y="5399088"/>
              <a:ext cx="233363" cy="298450"/>
            </a:xfrm>
            <a:custGeom>
              <a:avLst/>
              <a:gdLst>
                <a:gd name="T0" fmla="*/ 0 w 147"/>
                <a:gd name="T1" fmla="*/ 105 h 188"/>
                <a:gd name="T2" fmla="*/ 112 w 147"/>
                <a:gd name="T3" fmla="*/ 0 h 188"/>
                <a:gd name="T4" fmla="*/ 147 w 147"/>
                <a:gd name="T5" fmla="*/ 149 h 188"/>
                <a:gd name="T6" fmla="*/ 55 w 147"/>
                <a:gd name="T7" fmla="*/ 188 h 188"/>
                <a:gd name="T8" fmla="*/ 0 w 147"/>
                <a:gd name="T9" fmla="*/ 105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7" h="188">
                  <a:moveTo>
                    <a:pt x="0" y="105"/>
                  </a:moveTo>
                  <a:lnTo>
                    <a:pt x="112" y="0"/>
                  </a:lnTo>
                  <a:lnTo>
                    <a:pt x="147" y="149"/>
                  </a:lnTo>
                  <a:lnTo>
                    <a:pt x="55" y="188"/>
                  </a:lnTo>
                  <a:lnTo>
                    <a:pt x="0" y="105"/>
                  </a:lnTo>
                  <a:close/>
                </a:path>
              </a:pathLst>
            </a:cu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94" name="任意多边形: 形状 9893"/>
            <p:cNvSpPr>
              <a:spLocks/>
            </p:cNvSpPr>
            <p:nvPr userDrawn="1"/>
          </p:nvSpPr>
          <p:spPr bwMode="auto">
            <a:xfrm>
              <a:off x="10248901" y="5475288"/>
              <a:ext cx="104775" cy="63500"/>
            </a:xfrm>
            <a:custGeom>
              <a:avLst/>
              <a:gdLst>
                <a:gd name="T0" fmla="*/ 0 w 66"/>
                <a:gd name="T1" fmla="*/ 0 h 40"/>
                <a:gd name="T2" fmla="*/ 24 w 66"/>
                <a:gd name="T3" fmla="*/ 40 h 40"/>
                <a:gd name="T4" fmla="*/ 66 w 66"/>
                <a:gd name="T5" fmla="*/ 18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6" h="40">
                  <a:moveTo>
                    <a:pt x="0" y="0"/>
                  </a:moveTo>
                  <a:lnTo>
                    <a:pt x="24" y="40"/>
                  </a:lnTo>
                  <a:lnTo>
                    <a:pt x="66" y="18"/>
                  </a:lnTo>
                </a:path>
              </a:pathLst>
            </a:cu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95" name="任意多边形: 形状 9894"/>
            <p:cNvSpPr>
              <a:spLocks/>
            </p:cNvSpPr>
            <p:nvPr userDrawn="1"/>
          </p:nvSpPr>
          <p:spPr bwMode="auto">
            <a:xfrm>
              <a:off x="9944101" y="6237288"/>
              <a:ext cx="233363" cy="66675"/>
            </a:xfrm>
            <a:custGeom>
              <a:avLst/>
              <a:gdLst>
                <a:gd name="T0" fmla="*/ 147 w 147"/>
                <a:gd name="T1" fmla="*/ 42 h 42"/>
                <a:gd name="T2" fmla="*/ 0 w 147"/>
                <a:gd name="T3" fmla="*/ 0 h 42"/>
                <a:gd name="T4" fmla="*/ 147 w 147"/>
                <a:gd name="T5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7" h="42">
                  <a:moveTo>
                    <a:pt x="147" y="42"/>
                  </a:moveTo>
                  <a:lnTo>
                    <a:pt x="0" y="0"/>
                  </a:lnTo>
                  <a:lnTo>
                    <a:pt x="147" y="4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96" name="直接连接符 9895"/>
            <p:cNvSpPr>
              <a:spLocks noChangeShapeType="1"/>
            </p:cNvSpPr>
            <p:nvPr userDrawn="1"/>
          </p:nvSpPr>
          <p:spPr bwMode="auto">
            <a:xfrm flipH="1" flipV="1">
              <a:off x="9944101" y="6237288"/>
              <a:ext cx="233363" cy="66675"/>
            </a:xfrm>
            <a:prstGeom prst="line">
              <a:avLst/>
            </a:pr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97" name="任意多边形: 形状 9896"/>
            <p:cNvSpPr>
              <a:spLocks/>
            </p:cNvSpPr>
            <p:nvPr userDrawn="1"/>
          </p:nvSpPr>
          <p:spPr bwMode="auto">
            <a:xfrm>
              <a:off x="9906001" y="6237288"/>
              <a:ext cx="271463" cy="233363"/>
            </a:xfrm>
            <a:custGeom>
              <a:avLst/>
              <a:gdLst>
                <a:gd name="T0" fmla="*/ 34 w 93"/>
                <a:gd name="T1" fmla="*/ 73 h 80"/>
                <a:gd name="T2" fmla="*/ 34 w 93"/>
                <a:gd name="T3" fmla="*/ 73 h 80"/>
                <a:gd name="T4" fmla="*/ 86 w 93"/>
                <a:gd name="T5" fmla="*/ 45 h 80"/>
                <a:gd name="T6" fmla="*/ 93 w 93"/>
                <a:gd name="T7" fmla="*/ 23 h 80"/>
                <a:gd name="T8" fmla="*/ 13 w 93"/>
                <a:gd name="T9" fmla="*/ 0 h 80"/>
                <a:gd name="T10" fmla="*/ 7 w 93"/>
                <a:gd name="T11" fmla="*/ 22 h 80"/>
                <a:gd name="T12" fmla="*/ 34 w 93"/>
                <a:gd name="T13" fmla="*/ 73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3" h="80">
                  <a:moveTo>
                    <a:pt x="34" y="73"/>
                  </a:moveTo>
                  <a:cubicBezTo>
                    <a:pt x="34" y="73"/>
                    <a:pt x="34" y="73"/>
                    <a:pt x="34" y="73"/>
                  </a:cubicBezTo>
                  <a:cubicBezTo>
                    <a:pt x="56" y="80"/>
                    <a:pt x="80" y="67"/>
                    <a:pt x="86" y="45"/>
                  </a:cubicBezTo>
                  <a:cubicBezTo>
                    <a:pt x="93" y="23"/>
                    <a:pt x="93" y="23"/>
                    <a:pt x="93" y="23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0" y="44"/>
                    <a:pt x="12" y="67"/>
                    <a:pt x="34" y="73"/>
                  </a:cubicBezTo>
                  <a:close/>
                </a:path>
              </a:pathLst>
            </a:cu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98" name="任意多边形: 形状 9897"/>
            <p:cNvSpPr>
              <a:spLocks/>
            </p:cNvSpPr>
            <p:nvPr userDrawn="1"/>
          </p:nvSpPr>
          <p:spPr bwMode="auto">
            <a:xfrm>
              <a:off x="10177463" y="6207125"/>
              <a:ext cx="33338" cy="96838"/>
            </a:xfrm>
            <a:custGeom>
              <a:avLst/>
              <a:gdLst>
                <a:gd name="T0" fmla="*/ 0 w 21"/>
                <a:gd name="T1" fmla="*/ 61 h 61"/>
                <a:gd name="T2" fmla="*/ 21 w 21"/>
                <a:gd name="T3" fmla="*/ 0 h 61"/>
                <a:gd name="T4" fmla="*/ 0 w 21"/>
                <a:gd name="T5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" h="61">
                  <a:moveTo>
                    <a:pt x="0" y="61"/>
                  </a:moveTo>
                  <a:lnTo>
                    <a:pt x="21" y="0"/>
                  </a:lnTo>
                  <a:lnTo>
                    <a:pt x="0" y="6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99" name="直接连接符 9898"/>
            <p:cNvSpPr>
              <a:spLocks noChangeShapeType="1"/>
            </p:cNvSpPr>
            <p:nvPr userDrawn="1"/>
          </p:nvSpPr>
          <p:spPr bwMode="auto">
            <a:xfrm flipV="1">
              <a:off x="10177463" y="6207125"/>
              <a:ext cx="33338" cy="96838"/>
            </a:xfrm>
            <a:prstGeom prst="line">
              <a:avLst/>
            </a:pr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00" name="直接连接符 9899"/>
            <p:cNvSpPr>
              <a:spLocks noChangeShapeType="1"/>
            </p:cNvSpPr>
            <p:nvPr userDrawn="1"/>
          </p:nvSpPr>
          <p:spPr bwMode="auto">
            <a:xfrm flipH="1">
              <a:off x="10118726" y="5697538"/>
              <a:ext cx="120650" cy="387350"/>
            </a:xfrm>
            <a:prstGeom prst="line">
              <a:avLst/>
            </a:pr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01" name="直接连接符 9900"/>
            <p:cNvSpPr>
              <a:spLocks noChangeShapeType="1"/>
            </p:cNvSpPr>
            <p:nvPr userDrawn="1"/>
          </p:nvSpPr>
          <p:spPr bwMode="auto">
            <a:xfrm flipV="1">
              <a:off x="9944101" y="6137275"/>
              <a:ext cx="31750" cy="100013"/>
            </a:xfrm>
            <a:prstGeom prst="line">
              <a:avLst/>
            </a:pr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02" name="任意多边形: 形状 9901"/>
            <p:cNvSpPr>
              <a:spLocks/>
            </p:cNvSpPr>
            <p:nvPr userDrawn="1"/>
          </p:nvSpPr>
          <p:spPr bwMode="auto">
            <a:xfrm>
              <a:off x="5100638" y="5427663"/>
              <a:ext cx="360363" cy="296863"/>
            </a:xfrm>
            <a:custGeom>
              <a:avLst/>
              <a:gdLst>
                <a:gd name="T0" fmla="*/ 50 w 227"/>
                <a:gd name="T1" fmla="*/ 187 h 187"/>
                <a:gd name="T2" fmla="*/ 227 w 227"/>
                <a:gd name="T3" fmla="*/ 81 h 187"/>
                <a:gd name="T4" fmla="*/ 179 w 227"/>
                <a:gd name="T5" fmla="*/ 0 h 187"/>
                <a:gd name="T6" fmla="*/ 0 w 227"/>
                <a:gd name="T7" fmla="*/ 107 h 187"/>
                <a:gd name="T8" fmla="*/ 50 w 227"/>
                <a:gd name="T9" fmla="*/ 187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7" h="187">
                  <a:moveTo>
                    <a:pt x="50" y="187"/>
                  </a:moveTo>
                  <a:lnTo>
                    <a:pt x="227" y="81"/>
                  </a:lnTo>
                  <a:lnTo>
                    <a:pt x="179" y="0"/>
                  </a:lnTo>
                  <a:lnTo>
                    <a:pt x="0" y="107"/>
                  </a:lnTo>
                  <a:lnTo>
                    <a:pt x="50" y="18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03" name="任意多边形: 形状 9902"/>
            <p:cNvSpPr>
              <a:spLocks/>
            </p:cNvSpPr>
            <p:nvPr userDrawn="1"/>
          </p:nvSpPr>
          <p:spPr bwMode="auto">
            <a:xfrm>
              <a:off x="5048251" y="5459413"/>
              <a:ext cx="360363" cy="296863"/>
            </a:xfrm>
            <a:custGeom>
              <a:avLst/>
              <a:gdLst>
                <a:gd name="T0" fmla="*/ 50 w 227"/>
                <a:gd name="T1" fmla="*/ 187 h 187"/>
                <a:gd name="T2" fmla="*/ 227 w 227"/>
                <a:gd name="T3" fmla="*/ 80 h 187"/>
                <a:gd name="T4" fmla="*/ 179 w 227"/>
                <a:gd name="T5" fmla="*/ 0 h 187"/>
                <a:gd name="T6" fmla="*/ 0 w 227"/>
                <a:gd name="T7" fmla="*/ 106 h 187"/>
                <a:gd name="T8" fmla="*/ 50 w 227"/>
                <a:gd name="T9" fmla="*/ 187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7" h="187">
                  <a:moveTo>
                    <a:pt x="50" y="187"/>
                  </a:moveTo>
                  <a:lnTo>
                    <a:pt x="227" y="80"/>
                  </a:lnTo>
                  <a:lnTo>
                    <a:pt x="179" y="0"/>
                  </a:lnTo>
                  <a:lnTo>
                    <a:pt x="0" y="106"/>
                  </a:lnTo>
                  <a:lnTo>
                    <a:pt x="50" y="187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04" name="任意多边形: 形状 9903"/>
            <p:cNvSpPr>
              <a:spLocks/>
            </p:cNvSpPr>
            <p:nvPr userDrawn="1"/>
          </p:nvSpPr>
          <p:spPr bwMode="auto">
            <a:xfrm>
              <a:off x="5272088" y="5610225"/>
              <a:ext cx="146050" cy="134938"/>
            </a:xfrm>
            <a:custGeom>
              <a:avLst/>
              <a:gdLst>
                <a:gd name="T0" fmla="*/ 27 w 92"/>
                <a:gd name="T1" fmla="*/ 85 h 85"/>
                <a:gd name="T2" fmla="*/ 92 w 92"/>
                <a:gd name="T3" fmla="*/ 48 h 85"/>
                <a:gd name="T4" fmla="*/ 62 w 92"/>
                <a:gd name="T5" fmla="*/ 0 h 85"/>
                <a:gd name="T6" fmla="*/ 0 w 92"/>
                <a:gd name="T7" fmla="*/ 38 h 85"/>
                <a:gd name="T8" fmla="*/ 27 w 92"/>
                <a:gd name="T9" fmla="*/ 85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" h="85">
                  <a:moveTo>
                    <a:pt x="27" y="85"/>
                  </a:moveTo>
                  <a:lnTo>
                    <a:pt x="92" y="48"/>
                  </a:lnTo>
                  <a:lnTo>
                    <a:pt x="62" y="0"/>
                  </a:lnTo>
                  <a:lnTo>
                    <a:pt x="0" y="38"/>
                  </a:lnTo>
                  <a:lnTo>
                    <a:pt x="27" y="8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05" name="任意多边形: 形状 9904"/>
            <p:cNvSpPr>
              <a:spLocks/>
            </p:cNvSpPr>
            <p:nvPr userDrawn="1"/>
          </p:nvSpPr>
          <p:spPr bwMode="auto">
            <a:xfrm>
              <a:off x="5224463" y="5843588"/>
              <a:ext cx="800100" cy="533400"/>
            </a:xfrm>
            <a:custGeom>
              <a:avLst/>
              <a:gdLst>
                <a:gd name="T0" fmla="*/ 11 w 504"/>
                <a:gd name="T1" fmla="*/ 242 h 336"/>
                <a:gd name="T2" fmla="*/ 214 w 504"/>
                <a:gd name="T3" fmla="*/ 122 h 336"/>
                <a:gd name="T4" fmla="*/ 415 w 504"/>
                <a:gd name="T5" fmla="*/ 0 h 336"/>
                <a:gd name="T6" fmla="*/ 504 w 504"/>
                <a:gd name="T7" fmla="*/ 35 h 336"/>
                <a:gd name="T8" fmla="*/ 253 w 504"/>
                <a:gd name="T9" fmla="*/ 185 h 336"/>
                <a:gd name="T10" fmla="*/ 0 w 504"/>
                <a:gd name="T11" fmla="*/ 336 h 336"/>
                <a:gd name="T12" fmla="*/ 11 w 504"/>
                <a:gd name="T13" fmla="*/ 242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4" h="336">
                  <a:moveTo>
                    <a:pt x="11" y="242"/>
                  </a:moveTo>
                  <a:lnTo>
                    <a:pt x="214" y="122"/>
                  </a:lnTo>
                  <a:lnTo>
                    <a:pt x="415" y="0"/>
                  </a:lnTo>
                  <a:lnTo>
                    <a:pt x="504" y="35"/>
                  </a:lnTo>
                  <a:lnTo>
                    <a:pt x="253" y="185"/>
                  </a:lnTo>
                  <a:lnTo>
                    <a:pt x="0" y="336"/>
                  </a:lnTo>
                  <a:lnTo>
                    <a:pt x="11" y="24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06" name="任意多边形: 形状 9905"/>
            <p:cNvSpPr>
              <a:spLocks/>
            </p:cNvSpPr>
            <p:nvPr userDrawn="1"/>
          </p:nvSpPr>
          <p:spPr bwMode="auto">
            <a:xfrm>
              <a:off x="5154613" y="5888038"/>
              <a:ext cx="798513" cy="530225"/>
            </a:xfrm>
            <a:custGeom>
              <a:avLst/>
              <a:gdLst>
                <a:gd name="T0" fmla="*/ 11 w 503"/>
                <a:gd name="T1" fmla="*/ 240 h 334"/>
                <a:gd name="T2" fmla="*/ 214 w 503"/>
                <a:gd name="T3" fmla="*/ 120 h 334"/>
                <a:gd name="T4" fmla="*/ 415 w 503"/>
                <a:gd name="T5" fmla="*/ 0 h 334"/>
                <a:gd name="T6" fmla="*/ 503 w 503"/>
                <a:gd name="T7" fmla="*/ 33 h 334"/>
                <a:gd name="T8" fmla="*/ 253 w 503"/>
                <a:gd name="T9" fmla="*/ 185 h 334"/>
                <a:gd name="T10" fmla="*/ 0 w 503"/>
                <a:gd name="T11" fmla="*/ 334 h 334"/>
                <a:gd name="T12" fmla="*/ 11 w 503"/>
                <a:gd name="T13" fmla="*/ 240 h 3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3" h="334">
                  <a:moveTo>
                    <a:pt x="11" y="240"/>
                  </a:moveTo>
                  <a:lnTo>
                    <a:pt x="214" y="120"/>
                  </a:lnTo>
                  <a:lnTo>
                    <a:pt x="415" y="0"/>
                  </a:lnTo>
                  <a:lnTo>
                    <a:pt x="503" y="33"/>
                  </a:lnTo>
                  <a:lnTo>
                    <a:pt x="253" y="185"/>
                  </a:lnTo>
                  <a:lnTo>
                    <a:pt x="0" y="334"/>
                  </a:lnTo>
                  <a:lnTo>
                    <a:pt x="11" y="240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07" name="任意多边形: 形状 9906"/>
            <p:cNvSpPr>
              <a:spLocks/>
            </p:cNvSpPr>
            <p:nvPr userDrawn="1"/>
          </p:nvSpPr>
          <p:spPr bwMode="auto">
            <a:xfrm>
              <a:off x="4486276" y="4845050"/>
              <a:ext cx="881063" cy="1223963"/>
            </a:xfrm>
            <a:custGeom>
              <a:avLst/>
              <a:gdLst>
                <a:gd name="T0" fmla="*/ 301 w 301"/>
                <a:gd name="T1" fmla="*/ 379 h 418"/>
                <a:gd name="T2" fmla="*/ 87 w 301"/>
                <a:gd name="T3" fmla="*/ 241 h 418"/>
                <a:gd name="T4" fmla="*/ 117 w 301"/>
                <a:gd name="T5" fmla="*/ 36 h 418"/>
                <a:gd name="T6" fmla="*/ 180 w 301"/>
                <a:gd name="T7" fmla="*/ 0 h 418"/>
                <a:gd name="T8" fmla="*/ 33 w 301"/>
                <a:gd name="T9" fmla="*/ 263 h 418"/>
                <a:gd name="T10" fmla="*/ 234 w 301"/>
                <a:gd name="T11" fmla="*/ 418 h 418"/>
                <a:gd name="T12" fmla="*/ 301 w 301"/>
                <a:gd name="T13" fmla="*/ 379 h 4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1" h="418">
                  <a:moveTo>
                    <a:pt x="301" y="379"/>
                  </a:moveTo>
                  <a:cubicBezTo>
                    <a:pt x="209" y="384"/>
                    <a:pt x="121" y="330"/>
                    <a:pt x="87" y="241"/>
                  </a:cubicBezTo>
                  <a:cubicBezTo>
                    <a:pt x="60" y="169"/>
                    <a:pt x="74" y="92"/>
                    <a:pt x="117" y="36"/>
                  </a:cubicBezTo>
                  <a:cubicBezTo>
                    <a:pt x="180" y="0"/>
                    <a:pt x="180" y="0"/>
                    <a:pt x="180" y="0"/>
                  </a:cubicBezTo>
                  <a:cubicBezTo>
                    <a:pt x="66" y="32"/>
                    <a:pt x="0" y="150"/>
                    <a:pt x="33" y="263"/>
                  </a:cubicBezTo>
                  <a:cubicBezTo>
                    <a:pt x="59" y="355"/>
                    <a:pt x="143" y="415"/>
                    <a:pt x="234" y="418"/>
                  </a:cubicBezTo>
                  <a:lnTo>
                    <a:pt x="301" y="37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08" name="任意多边形: 形状 9907"/>
            <p:cNvSpPr>
              <a:spLocks/>
            </p:cNvSpPr>
            <p:nvPr userDrawn="1"/>
          </p:nvSpPr>
          <p:spPr bwMode="auto">
            <a:xfrm>
              <a:off x="4416426" y="4886325"/>
              <a:ext cx="877888" cy="1223963"/>
            </a:xfrm>
            <a:custGeom>
              <a:avLst/>
              <a:gdLst>
                <a:gd name="T0" fmla="*/ 300 w 300"/>
                <a:gd name="T1" fmla="*/ 379 h 418"/>
                <a:gd name="T2" fmla="*/ 87 w 300"/>
                <a:gd name="T3" fmla="*/ 241 h 418"/>
                <a:gd name="T4" fmla="*/ 117 w 300"/>
                <a:gd name="T5" fmla="*/ 36 h 418"/>
                <a:gd name="T6" fmla="*/ 180 w 300"/>
                <a:gd name="T7" fmla="*/ 0 h 418"/>
                <a:gd name="T8" fmla="*/ 33 w 300"/>
                <a:gd name="T9" fmla="*/ 264 h 418"/>
                <a:gd name="T10" fmla="*/ 234 w 300"/>
                <a:gd name="T11" fmla="*/ 418 h 418"/>
                <a:gd name="T12" fmla="*/ 300 w 300"/>
                <a:gd name="T13" fmla="*/ 379 h 4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0" h="418">
                  <a:moveTo>
                    <a:pt x="300" y="379"/>
                  </a:moveTo>
                  <a:cubicBezTo>
                    <a:pt x="209" y="384"/>
                    <a:pt x="121" y="330"/>
                    <a:pt x="87" y="241"/>
                  </a:cubicBezTo>
                  <a:cubicBezTo>
                    <a:pt x="59" y="170"/>
                    <a:pt x="73" y="93"/>
                    <a:pt x="117" y="36"/>
                  </a:cubicBezTo>
                  <a:cubicBezTo>
                    <a:pt x="180" y="0"/>
                    <a:pt x="180" y="0"/>
                    <a:pt x="180" y="0"/>
                  </a:cubicBezTo>
                  <a:cubicBezTo>
                    <a:pt x="66" y="32"/>
                    <a:pt x="0" y="150"/>
                    <a:pt x="33" y="264"/>
                  </a:cubicBezTo>
                  <a:cubicBezTo>
                    <a:pt x="59" y="355"/>
                    <a:pt x="143" y="416"/>
                    <a:pt x="234" y="418"/>
                  </a:cubicBezTo>
                  <a:lnTo>
                    <a:pt x="300" y="379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09" name="任意多边形: 形状 9908"/>
            <p:cNvSpPr>
              <a:spLocks/>
            </p:cNvSpPr>
            <p:nvPr userDrawn="1"/>
          </p:nvSpPr>
          <p:spPr bwMode="auto">
            <a:xfrm>
              <a:off x="4486276" y="4845050"/>
              <a:ext cx="881063" cy="1223963"/>
            </a:xfrm>
            <a:custGeom>
              <a:avLst/>
              <a:gdLst>
                <a:gd name="T0" fmla="*/ 301 w 301"/>
                <a:gd name="T1" fmla="*/ 379 h 418"/>
                <a:gd name="T2" fmla="*/ 87 w 301"/>
                <a:gd name="T3" fmla="*/ 241 h 418"/>
                <a:gd name="T4" fmla="*/ 117 w 301"/>
                <a:gd name="T5" fmla="*/ 36 h 418"/>
                <a:gd name="T6" fmla="*/ 180 w 301"/>
                <a:gd name="T7" fmla="*/ 0 h 418"/>
                <a:gd name="T8" fmla="*/ 33 w 301"/>
                <a:gd name="T9" fmla="*/ 263 h 418"/>
                <a:gd name="T10" fmla="*/ 234 w 301"/>
                <a:gd name="T11" fmla="*/ 418 h 418"/>
                <a:gd name="T12" fmla="*/ 301 w 301"/>
                <a:gd name="T13" fmla="*/ 379 h 4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1" h="418">
                  <a:moveTo>
                    <a:pt x="301" y="379"/>
                  </a:moveTo>
                  <a:cubicBezTo>
                    <a:pt x="209" y="384"/>
                    <a:pt x="121" y="330"/>
                    <a:pt x="87" y="241"/>
                  </a:cubicBezTo>
                  <a:cubicBezTo>
                    <a:pt x="60" y="169"/>
                    <a:pt x="74" y="92"/>
                    <a:pt x="117" y="36"/>
                  </a:cubicBezTo>
                  <a:cubicBezTo>
                    <a:pt x="180" y="0"/>
                    <a:pt x="180" y="0"/>
                    <a:pt x="180" y="0"/>
                  </a:cubicBezTo>
                  <a:cubicBezTo>
                    <a:pt x="66" y="32"/>
                    <a:pt x="0" y="150"/>
                    <a:pt x="33" y="263"/>
                  </a:cubicBezTo>
                  <a:cubicBezTo>
                    <a:pt x="59" y="355"/>
                    <a:pt x="143" y="415"/>
                    <a:pt x="234" y="418"/>
                  </a:cubicBezTo>
                  <a:lnTo>
                    <a:pt x="301" y="379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10" name="任意多边形: 形状 9909"/>
            <p:cNvSpPr>
              <a:spLocks/>
            </p:cNvSpPr>
            <p:nvPr userDrawn="1"/>
          </p:nvSpPr>
          <p:spPr bwMode="auto">
            <a:xfrm>
              <a:off x="5100638" y="5427663"/>
              <a:ext cx="360363" cy="296863"/>
            </a:xfrm>
            <a:custGeom>
              <a:avLst/>
              <a:gdLst>
                <a:gd name="T0" fmla="*/ 50 w 227"/>
                <a:gd name="T1" fmla="*/ 187 h 187"/>
                <a:gd name="T2" fmla="*/ 227 w 227"/>
                <a:gd name="T3" fmla="*/ 81 h 187"/>
                <a:gd name="T4" fmla="*/ 179 w 227"/>
                <a:gd name="T5" fmla="*/ 0 h 187"/>
                <a:gd name="T6" fmla="*/ 0 w 227"/>
                <a:gd name="T7" fmla="*/ 107 h 187"/>
                <a:gd name="T8" fmla="*/ 50 w 227"/>
                <a:gd name="T9" fmla="*/ 187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7" h="187">
                  <a:moveTo>
                    <a:pt x="50" y="187"/>
                  </a:moveTo>
                  <a:lnTo>
                    <a:pt x="227" y="81"/>
                  </a:lnTo>
                  <a:lnTo>
                    <a:pt x="179" y="0"/>
                  </a:lnTo>
                  <a:lnTo>
                    <a:pt x="0" y="107"/>
                  </a:lnTo>
                  <a:lnTo>
                    <a:pt x="50" y="187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11" name="任意多边形: 形状 9910"/>
            <p:cNvSpPr>
              <a:spLocks/>
            </p:cNvSpPr>
            <p:nvPr userDrawn="1"/>
          </p:nvSpPr>
          <p:spPr bwMode="auto">
            <a:xfrm>
              <a:off x="5272088" y="5610225"/>
              <a:ext cx="146050" cy="134938"/>
            </a:xfrm>
            <a:custGeom>
              <a:avLst/>
              <a:gdLst>
                <a:gd name="T0" fmla="*/ 27 w 92"/>
                <a:gd name="T1" fmla="*/ 85 h 85"/>
                <a:gd name="T2" fmla="*/ 92 w 92"/>
                <a:gd name="T3" fmla="*/ 48 h 85"/>
                <a:gd name="T4" fmla="*/ 62 w 92"/>
                <a:gd name="T5" fmla="*/ 0 h 85"/>
                <a:gd name="T6" fmla="*/ 0 w 92"/>
                <a:gd name="T7" fmla="*/ 38 h 85"/>
                <a:gd name="T8" fmla="*/ 27 w 92"/>
                <a:gd name="T9" fmla="*/ 85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" h="85">
                  <a:moveTo>
                    <a:pt x="27" y="85"/>
                  </a:moveTo>
                  <a:lnTo>
                    <a:pt x="92" y="48"/>
                  </a:lnTo>
                  <a:lnTo>
                    <a:pt x="62" y="0"/>
                  </a:lnTo>
                  <a:lnTo>
                    <a:pt x="0" y="38"/>
                  </a:lnTo>
                  <a:lnTo>
                    <a:pt x="27" y="85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12" name="任意多边形: 形状 9911"/>
            <p:cNvSpPr>
              <a:spLocks/>
            </p:cNvSpPr>
            <p:nvPr userDrawn="1"/>
          </p:nvSpPr>
          <p:spPr bwMode="auto">
            <a:xfrm>
              <a:off x="5138738" y="5662613"/>
              <a:ext cx="668338" cy="454025"/>
            </a:xfrm>
            <a:custGeom>
              <a:avLst/>
              <a:gdLst>
                <a:gd name="T0" fmla="*/ 34 w 421"/>
                <a:gd name="T1" fmla="*/ 286 h 286"/>
                <a:gd name="T2" fmla="*/ 421 w 421"/>
                <a:gd name="T3" fmla="*/ 55 h 286"/>
                <a:gd name="T4" fmla="*/ 388 w 421"/>
                <a:gd name="T5" fmla="*/ 0 h 286"/>
                <a:gd name="T6" fmla="*/ 0 w 421"/>
                <a:gd name="T7" fmla="*/ 231 h 286"/>
                <a:gd name="T8" fmla="*/ 34 w 421"/>
                <a:gd name="T9" fmla="*/ 286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1" h="286">
                  <a:moveTo>
                    <a:pt x="34" y="286"/>
                  </a:moveTo>
                  <a:lnTo>
                    <a:pt x="421" y="55"/>
                  </a:lnTo>
                  <a:lnTo>
                    <a:pt x="388" y="0"/>
                  </a:lnTo>
                  <a:lnTo>
                    <a:pt x="0" y="231"/>
                  </a:lnTo>
                  <a:lnTo>
                    <a:pt x="34" y="286"/>
                  </a:lnTo>
                  <a:close/>
                </a:path>
              </a:pathLst>
            </a:custGeom>
            <a:solidFill>
              <a:srgbClr val="FFFFFF"/>
            </a:solidFill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13" name="任意多边形: 形状 9912"/>
            <p:cNvSpPr>
              <a:spLocks/>
            </p:cNvSpPr>
            <p:nvPr userDrawn="1"/>
          </p:nvSpPr>
          <p:spPr bwMode="auto">
            <a:xfrm>
              <a:off x="5411788" y="5881688"/>
              <a:ext cx="239713" cy="207963"/>
            </a:xfrm>
            <a:custGeom>
              <a:avLst/>
              <a:gdLst>
                <a:gd name="T0" fmla="*/ 39 w 151"/>
                <a:gd name="T1" fmla="*/ 131 h 131"/>
                <a:gd name="T2" fmla="*/ 151 w 151"/>
                <a:gd name="T3" fmla="*/ 65 h 131"/>
                <a:gd name="T4" fmla="*/ 113 w 151"/>
                <a:gd name="T5" fmla="*/ 0 h 131"/>
                <a:gd name="T6" fmla="*/ 0 w 151"/>
                <a:gd name="T7" fmla="*/ 67 h 131"/>
                <a:gd name="T8" fmla="*/ 39 w 151"/>
                <a:gd name="T9" fmla="*/ 131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1" h="131">
                  <a:moveTo>
                    <a:pt x="39" y="131"/>
                  </a:moveTo>
                  <a:lnTo>
                    <a:pt x="151" y="65"/>
                  </a:lnTo>
                  <a:lnTo>
                    <a:pt x="113" y="0"/>
                  </a:lnTo>
                  <a:lnTo>
                    <a:pt x="0" y="67"/>
                  </a:lnTo>
                  <a:lnTo>
                    <a:pt x="39" y="1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14" name="任意多边形: 形状 9913"/>
            <p:cNvSpPr>
              <a:spLocks/>
            </p:cNvSpPr>
            <p:nvPr userDrawn="1"/>
          </p:nvSpPr>
          <p:spPr bwMode="auto">
            <a:xfrm>
              <a:off x="5359401" y="5911850"/>
              <a:ext cx="239713" cy="211138"/>
            </a:xfrm>
            <a:custGeom>
              <a:avLst/>
              <a:gdLst>
                <a:gd name="T0" fmla="*/ 39 w 151"/>
                <a:gd name="T1" fmla="*/ 133 h 133"/>
                <a:gd name="T2" fmla="*/ 151 w 151"/>
                <a:gd name="T3" fmla="*/ 64 h 133"/>
                <a:gd name="T4" fmla="*/ 112 w 151"/>
                <a:gd name="T5" fmla="*/ 0 h 133"/>
                <a:gd name="T6" fmla="*/ 0 w 151"/>
                <a:gd name="T7" fmla="*/ 68 h 133"/>
                <a:gd name="T8" fmla="*/ 39 w 151"/>
                <a:gd name="T9" fmla="*/ 133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1" h="133">
                  <a:moveTo>
                    <a:pt x="39" y="133"/>
                  </a:moveTo>
                  <a:lnTo>
                    <a:pt x="151" y="64"/>
                  </a:lnTo>
                  <a:lnTo>
                    <a:pt x="112" y="0"/>
                  </a:lnTo>
                  <a:lnTo>
                    <a:pt x="0" y="68"/>
                  </a:lnTo>
                  <a:lnTo>
                    <a:pt x="39" y="133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15" name="任意多边形: 形状 9914"/>
            <p:cNvSpPr>
              <a:spLocks/>
            </p:cNvSpPr>
            <p:nvPr userDrawn="1"/>
          </p:nvSpPr>
          <p:spPr bwMode="auto">
            <a:xfrm>
              <a:off x="5411788" y="5881688"/>
              <a:ext cx="239713" cy="207963"/>
            </a:xfrm>
            <a:custGeom>
              <a:avLst/>
              <a:gdLst>
                <a:gd name="T0" fmla="*/ 39 w 151"/>
                <a:gd name="T1" fmla="*/ 131 h 131"/>
                <a:gd name="T2" fmla="*/ 151 w 151"/>
                <a:gd name="T3" fmla="*/ 65 h 131"/>
                <a:gd name="T4" fmla="*/ 113 w 151"/>
                <a:gd name="T5" fmla="*/ 0 h 131"/>
                <a:gd name="T6" fmla="*/ 0 w 151"/>
                <a:gd name="T7" fmla="*/ 67 h 131"/>
                <a:gd name="T8" fmla="*/ 39 w 151"/>
                <a:gd name="T9" fmla="*/ 131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1" h="131">
                  <a:moveTo>
                    <a:pt x="39" y="131"/>
                  </a:moveTo>
                  <a:lnTo>
                    <a:pt x="151" y="65"/>
                  </a:lnTo>
                  <a:lnTo>
                    <a:pt x="113" y="0"/>
                  </a:lnTo>
                  <a:lnTo>
                    <a:pt x="0" y="67"/>
                  </a:lnTo>
                  <a:lnTo>
                    <a:pt x="39" y="131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16" name="任意多边形: 形状 9915"/>
            <p:cNvSpPr>
              <a:spLocks/>
            </p:cNvSpPr>
            <p:nvPr userDrawn="1"/>
          </p:nvSpPr>
          <p:spPr bwMode="auto">
            <a:xfrm>
              <a:off x="5224463" y="5843588"/>
              <a:ext cx="800100" cy="533400"/>
            </a:xfrm>
            <a:custGeom>
              <a:avLst/>
              <a:gdLst>
                <a:gd name="T0" fmla="*/ 11 w 504"/>
                <a:gd name="T1" fmla="*/ 242 h 336"/>
                <a:gd name="T2" fmla="*/ 214 w 504"/>
                <a:gd name="T3" fmla="*/ 122 h 336"/>
                <a:gd name="T4" fmla="*/ 415 w 504"/>
                <a:gd name="T5" fmla="*/ 0 h 336"/>
                <a:gd name="T6" fmla="*/ 504 w 504"/>
                <a:gd name="T7" fmla="*/ 35 h 336"/>
                <a:gd name="T8" fmla="*/ 253 w 504"/>
                <a:gd name="T9" fmla="*/ 185 h 336"/>
                <a:gd name="T10" fmla="*/ 0 w 504"/>
                <a:gd name="T11" fmla="*/ 336 h 336"/>
                <a:gd name="T12" fmla="*/ 11 w 504"/>
                <a:gd name="T13" fmla="*/ 242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4" h="336">
                  <a:moveTo>
                    <a:pt x="11" y="242"/>
                  </a:moveTo>
                  <a:lnTo>
                    <a:pt x="214" y="122"/>
                  </a:lnTo>
                  <a:lnTo>
                    <a:pt x="415" y="0"/>
                  </a:lnTo>
                  <a:lnTo>
                    <a:pt x="504" y="35"/>
                  </a:lnTo>
                  <a:lnTo>
                    <a:pt x="253" y="185"/>
                  </a:lnTo>
                  <a:lnTo>
                    <a:pt x="0" y="336"/>
                  </a:lnTo>
                  <a:lnTo>
                    <a:pt x="11" y="242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17" name="任意多边形: 形状 9916"/>
            <p:cNvSpPr>
              <a:spLocks/>
            </p:cNvSpPr>
            <p:nvPr userDrawn="1"/>
          </p:nvSpPr>
          <p:spPr bwMode="auto">
            <a:xfrm>
              <a:off x="4548188" y="4616450"/>
              <a:ext cx="925513" cy="1033463"/>
            </a:xfrm>
            <a:custGeom>
              <a:avLst/>
              <a:gdLst>
                <a:gd name="T0" fmla="*/ 293 w 583"/>
                <a:gd name="T1" fmla="*/ 651 h 651"/>
                <a:gd name="T2" fmla="*/ 583 w 583"/>
                <a:gd name="T3" fmla="*/ 478 h 651"/>
                <a:gd name="T4" fmla="*/ 289 w 583"/>
                <a:gd name="T5" fmla="*/ 0 h 651"/>
                <a:gd name="T6" fmla="*/ 0 w 583"/>
                <a:gd name="T7" fmla="*/ 173 h 651"/>
                <a:gd name="T8" fmla="*/ 293 w 583"/>
                <a:gd name="T9" fmla="*/ 651 h 6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3" h="651">
                  <a:moveTo>
                    <a:pt x="293" y="651"/>
                  </a:moveTo>
                  <a:lnTo>
                    <a:pt x="583" y="478"/>
                  </a:lnTo>
                  <a:lnTo>
                    <a:pt x="289" y="0"/>
                  </a:lnTo>
                  <a:lnTo>
                    <a:pt x="0" y="173"/>
                  </a:lnTo>
                  <a:lnTo>
                    <a:pt x="293" y="65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18" name="任意多边形: 形状 9917"/>
            <p:cNvSpPr>
              <a:spLocks/>
            </p:cNvSpPr>
            <p:nvPr userDrawn="1"/>
          </p:nvSpPr>
          <p:spPr bwMode="auto">
            <a:xfrm>
              <a:off x="4476751" y="4657725"/>
              <a:ext cx="927100" cy="1033463"/>
            </a:xfrm>
            <a:custGeom>
              <a:avLst/>
              <a:gdLst>
                <a:gd name="T0" fmla="*/ 294 w 584"/>
                <a:gd name="T1" fmla="*/ 651 h 651"/>
                <a:gd name="T2" fmla="*/ 584 w 584"/>
                <a:gd name="T3" fmla="*/ 478 h 651"/>
                <a:gd name="T4" fmla="*/ 290 w 584"/>
                <a:gd name="T5" fmla="*/ 0 h 651"/>
                <a:gd name="T6" fmla="*/ 0 w 584"/>
                <a:gd name="T7" fmla="*/ 173 h 651"/>
                <a:gd name="T8" fmla="*/ 294 w 584"/>
                <a:gd name="T9" fmla="*/ 651 h 6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4" h="651">
                  <a:moveTo>
                    <a:pt x="294" y="651"/>
                  </a:moveTo>
                  <a:lnTo>
                    <a:pt x="584" y="478"/>
                  </a:lnTo>
                  <a:lnTo>
                    <a:pt x="290" y="0"/>
                  </a:lnTo>
                  <a:lnTo>
                    <a:pt x="0" y="173"/>
                  </a:lnTo>
                  <a:lnTo>
                    <a:pt x="294" y="651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19" name="任意多边形: 形状 9918"/>
            <p:cNvSpPr>
              <a:spLocks/>
            </p:cNvSpPr>
            <p:nvPr userDrawn="1"/>
          </p:nvSpPr>
          <p:spPr bwMode="auto">
            <a:xfrm>
              <a:off x="4548188" y="4616450"/>
              <a:ext cx="925513" cy="1033463"/>
            </a:xfrm>
            <a:custGeom>
              <a:avLst/>
              <a:gdLst>
                <a:gd name="T0" fmla="*/ 293 w 583"/>
                <a:gd name="T1" fmla="*/ 651 h 651"/>
                <a:gd name="T2" fmla="*/ 583 w 583"/>
                <a:gd name="T3" fmla="*/ 478 h 651"/>
                <a:gd name="T4" fmla="*/ 289 w 583"/>
                <a:gd name="T5" fmla="*/ 0 h 651"/>
                <a:gd name="T6" fmla="*/ 0 w 583"/>
                <a:gd name="T7" fmla="*/ 173 h 651"/>
                <a:gd name="T8" fmla="*/ 293 w 583"/>
                <a:gd name="T9" fmla="*/ 651 h 6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3" h="651">
                  <a:moveTo>
                    <a:pt x="293" y="651"/>
                  </a:moveTo>
                  <a:lnTo>
                    <a:pt x="583" y="478"/>
                  </a:lnTo>
                  <a:lnTo>
                    <a:pt x="289" y="0"/>
                  </a:lnTo>
                  <a:lnTo>
                    <a:pt x="0" y="173"/>
                  </a:lnTo>
                  <a:lnTo>
                    <a:pt x="293" y="651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20" name="任意多边形: 形状 9919"/>
            <p:cNvSpPr>
              <a:spLocks/>
            </p:cNvSpPr>
            <p:nvPr userDrawn="1"/>
          </p:nvSpPr>
          <p:spPr bwMode="auto">
            <a:xfrm>
              <a:off x="10856913" y="3754438"/>
              <a:ext cx="407988" cy="319088"/>
            </a:xfrm>
            <a:custGeom>
              <a:avLst/>
              <a:gdLst>
                <a:gd name="T0" fmla="*/ 0 w 257"/>
                <a:gd name="T1" fmla="*/ 92 h 201"/>
                <a:gd name="T2" fmla="*/ 207 w 257"/>
                <a:gd name="T3" fmla="*/ 201 h 201"/>
                <a:gd name="T4" fmla="*/ 257 w 257"/>
                <a:gd name="T5" fmla="*/ 109 h 201"/>
                <a:gd name="T6" fmla="*/ 52 w 257"/>
                <a:gd name="T7" fmla="*/ 0 h 201"/>
                <a:gd name="T8" fmla="*/ 0 w 257"/>
                <a:gd name="T9" fmla="*/ 92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7" h="201">
                  <a:moveTo>
                    <a:pt x="0" y="92"/>
                  </a:moveTo>
                  <a:lnTo>
                    <a:pt x="207" y="201"/>
                  </a:lnTo>
                  <a:lnTo>
                    <a:pt x="257" y="109"/>
                  </a:lnTo>
                  <a:lnTo>
                    <a:pt x="52" y="0"/>
                  </a:lnTo>
                  <a:lnTo>
                    <a:pt x="0" y="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21" name="任意多边形: 形状 9920"/>
            <p:cNvSpPr>
              <a:spLocks/>
            </p:cNvSpPr>
            <p:nvPr userDrawn="1"/>
          </p:nvSpPr>
          <p:spPr bwMode="auto">
            <a:xfrm>
              <a:off x="10799763" y="3722688"/>
              <a:ext cx="403225" cy="319088"/>
            </a:xfrm>
            <a:custGeom>
              <a:avLst/>
              <a:gdLst>
                <a:gd name="T0" fmla="*/ 0 w 254"/>
                <a:gd name="T1" fmla="*/ 92 h 201"/>
                <a:gd name="T2" fmla="*/ 204 w 254"/>
                <a:gd name="T3" fmla="*/ 201 h 201"/>
                <a:gd name="T4" fmla="*/ 254 w 254"/>
                <a:gd name="T5" fmla="*/ 109 h 201"/>
                <a:gd name="T6" fmla="*/ 49 w 254"/>
                <a:gd name="T7" fmla="*/ 0 h 201"/>
                <a:gd name="T8" fmla="*/ 0 w 254"/>
                <a:gd name="T9" fmla="*/ 92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4" h="201">
                  <a:moveTo>
                    <a:pt x="0" y="92"/>
                  </a:moveTo>
                  <a:lnTo>
                    <a:pt x="204" y="201"/>
                  </a:lnTo>
                  <a:lnTo>
                    <a:pt x="254" y="109"/>
                  </a:lnTo>
                  <a:lnTo>
                    <a:pt x="49" y="0"/>
                  </a:lnTo>
                  <a:lnTo>
                    <a:pt x="0" y="92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22" name="任意多边形: 形状 9921"/>
            <p:cNvSpPr>
              <a:spLocks/>
            </p:cNvSpPr>
            <p:nvPr userDrawn="1"/>
          </p:nvSpPr>
          <p:spPr bwMode="auto">
            <a:xfrm>
              <a:off x="10915651" y="3956050"/>
              <a:ext cx="165100" cy="147638"/>
            </a:xfrm>
            <a:custGeom>
              <a:avLst/>
              <a:gdLst>
                <a:gd name="T0" fmla="*/ 0 w 104"/>
                <a:gd name="T1" fmla="*/ 54 h 93"/>
                <a:gd name="T2" fmla="*/ 74 w 104"/>
                <a:gd name="T3" fmla="*/ 93 h 93"/>
                <a:gd name="T4" fmla="*/ 104 w 104"/>
                <a:gd name="T5" fmla="*/ 39 h 93"/>
                <a:gd name="T6" fmla="*/ 30 w 104"/>
                <a:gd name="T7" fmla="*/ 0 h 93"/>
                <a:gd name="T8" fmla="*/ 0 w 104"/>
                <a:gd name="T9" fmla="*/ 54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4" h="93">
                  <a:moveTo>
                    <a:pt x="0" y="54"/>
                  </a:moveTo>
                  <a:lnTo>
                    <a:pt x="74" y="93"/>
                  </a:lnTo>
                  <a:lnTo>
                    <a:pt x="104" y="39"/>
                  </a:lnTo>
                  <a:lnTo>
                    <a:pt x="30" y="0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23" name="任意多边形: 形状 9922"/>
            <p:cNvSpPr>
              <a:spLocks/>
            </p:cNvSpPr>
            <p:nvPr userDrawn="1"/>
          </p:nvSpPr>
          <p:spPr bwMode="auto">
            <a:xfrm>
              <a:off x="10253663" y="4246563"/>
              <a:ext cx="920750" cy="554038"/>
            </a:xfrm>
            <a:custGeom>
              <a:avLst/>
              <a:gdLst>
                <a:gd name="T0" fmla="*/ 96 w 580"/>
                <a:gd name="T1" fmla="*/ 0 h 349"/>
                <a:gd name="T2" fmla="*/ 329 w 580"/>
                <a:gd name="T3" fmla="*/ 124 h 349"/>
                <a:gd name="T4" fmla="*/ 561 w 580"/>
                <a:gd name="T5" fmla="*/ 246 h 349"/>
                <a:gd name="T6" fmla="*/ 580 w 580"/>
                <a:gd name="T7" fmla="*/ 349 h 349"/>
                <a:gd name="T8" fmla="*/ 290 w 580"/>
                <a:gd name="T9" fmla="*/ 196 h 349"/>
                <a:gd name="T10" fmla="*/ 0 w 580"/>
                <a:gd name="T11" fmla="*/ 43 h 349"/>
                <a:gd name="T12" fmla="*/ 96 w 580"/>
                <a:gd name="T13" fmla="*/ 0 h 3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0" h="349">
                  <a:moveTo>
                    <a:pt x="96" y="0"/>
                  </a:moveTo>
                  <a:lnTo>
                    <a:pt x="329" y="124"/>
                  </a:lnTo>
                  <a:lnTo>
                    <a:pt x="561" y="246"/>
                  </a:lnTo>
                  <a:lnTo>
                    <a:pt x="580" y="349"/>
                  </a:lnTo>
                  <a:lnTo>
                    <a:pt x="290" y="196"/>
                  </a:lnTo>
                  <a:lnTo>
                    <a:pt x="0" y="43"/>
                  </a:lnTo>
                  <a:lnTo>
                    <a:pt x="9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24" name="任意多边形: 形状 9923"/>
            <p:cNvSpPr>
              <a:spLocks/>
            </p:cNvSpPr>
            <p:nvPr userDrawn="1"/>
          </p:nvSpPr>
          <p:spPr bwMode="auto">
            <a:xfrm>
              <a:off x="10172701" y="4202113"/>
              <a:ext cx="919163" cy="557213"/>
            </a:xfrm>
            <a:custGeom>
              <a:avLst/>
              <a:gdLst>
                <a:gd name="T0" fmla="*/ 96 w 579"/>
                <a:gd name="T1" fmla="*/ 0 h 351"/>
                <a:gd name="T2" fmla="*/ 328 w 579"/>
                <a:gd name="T3" fmla="*/ 124 h 351"/>
                <a:gd name="T4" fmla="*/ 562 w 579"/>
                <a:gd name="T5" fmla="*/ 248 h 351"/>
                <a:gd name="T6" fmla="*/ 579 w 579"/>
                <a:gd name="T7" fmla="*/ 351 h 351"/>
                <a:gd name="T8" fmla="*/ 289 w 579"/>
                <a:gd name="T9" fmla="*/ 198 h 351"/>
                <a:gd name="T10" fmla="*/ 0 w 579"/>
                <a:gd name="T11" fmla="*/ 45 h 351"/>
                <a:gd name="T12" fmla="*/ 96 w 579"/>
                <a:gd name="T13" fmla="*/ 0 h 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9" h="351">
                  <a:moveTo>
                    <a:pt x="96" y="0"/>
                  </a:moveTo>
                  <a:lnTo>
                    <a:pt x="328" y="124"/>
                  </a:lnTo>
                  <a:lnTo>
                    <a:pt x="562" y="248"/>
                  </a:lnTo>
                  <a:lnTo>
                    <a:pt x="579" y="351"/>
                  </a:lnTo>
                  <a:lnTo>
                    <a:pt x="289" y="198"/>
                  </a:lnTo>
                  <a:lnTo>
                    <a:pt x="0" y="45"/>
                  </a:lnTo>
                  <a:lnTo>
                    <a:pt x="96" y="0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25" name="任意多边形: 形状 9924"/>
            <p:cNvSpPr>
              <a:spLocks/>
            </p:cNvSpPr>
            <p:nvPr userDrawn="1"/>
          </p:nvSpPr>
          <p:spPr bwMode="auto">
            <a:xfrm>
              <a:off x="10374313" y="2981325"/>
              <a:ext cx="1244600" cy="1227138"/>
            </a:xfrm>
            <a:custGeom>
              <a:avLst/>
              <a:gdLst>
                <a:gd name="T0" fmla="*/ 125 w 425"/>
                <a:gd name="T1" fmla="*/ 419 h 419"/>
                <a:gd name="T2" fmla="*/ 137 w 425"/>
                <a:gd name="T3" fmla="*/ 139 h 419"/>
                <a:gd name="T4" fmla="*/ 354 w 425"/>
                <a:gd name="T5" fmla="*/ 51 h 419"/>
                <a:gd name="T6" fmla="*/ 425 w 425"/>
                <a:gd name="T7" fmla="*/ 90 h 419"/>
                <a:gd name="T8" fmla="*/ 85 w 425"/>
                <a:gd name="T9" fmla="*/ 100 h 419"/>
                <a:gd name="T10" fmla="*/ 50 w 425"/>
                <a:gd name="T11" fmla="*/ 379 h 419"/>
                <a:gd name="T12" fmla="*/ 125 w 425"/>
                <a:gd name="T13" fmla="*/ 419 h 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5" h="419">
                  <a:moveTo>
                    <a:pt x="125" y="419"/>
                  </a:moveTo>
                  <a:cubicBezTo>
                    <a:pt x="69" y="336"/>
                    <a:pt x="70" y="222"/>
                    <a:pt x="137" y="139"/>
                  </a:cubicBezTo>
                  <a:cubicBezTo>
                    <a:pt x="191" y="72"/>
                    <a:pt x="274" y="42"/>
                    <a:pt x="354" y="51"/>
                  </a:cubicBezTo>
                  <a:cubicBezTo>
                    <a:pt x="425" y="90"/>
                    <a:pt x="425" y="90"/>
                    <a:pt x="425" y="90"/>
                  </a:cubicBezTo>
                  <a:cubicBezTo>
                    <a:pt x="328" y="0"/>
                    <a:pt x="176" y="5"/>
                    <a:pt x="85" y="100"/>
                  </a:cubicBezTo>
                  <a:cubicBezTo>
                    <a:pt x="11" y="178"/>
                    <a:pt x="0" y="291"/>
                    <a:pt x="50" y="379"/>
                  </a:cubicBezTo>
                  <a:lnTo>
                    <a:pt x="125" y="4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26" name="任意多边形: 形状 9925"/>
            <p:cNvSpPr>
              <a:spLocks/>
            </p:cNvSpPr>
            <p:nvPr userDrawn="1"/>
          </p:nvSpPr>
          <p:spPr bwMode="auto">
            <a:xfrm>
              <a:off x="10291763" y="2940050"/>
              <a:ext cx="1246188" cy="1227138"/>
            </a:xfrm>
            <a:custGeom>
              <a:avLst/>
              <a:gdLst>
                <a:gd name="T0" fmla="*/ 126 w 425"/>
                <a:gd name="T1" fmla="*/ 419 h 419"/>
                <a:gd name="T2" fmla="*/ 138 w 425"/>
                <a:gd name="T3" fmla="*/ 138 h 419"/>
                <a:gd name="T4" fmla="*/ 354 w 425"/>
                <a:gd name="T5" fmla="*/ 51 h 419"/>
                <a:gd name="T6" fmla="*/ 425 w 425"/>
                <a:gd name="T7" fmla="*/ 90 h 419"/>
                <a:gd name="T8" fmla="*/ 85 w 425"/>
                <a:gd name="T9" fmla="*/ 100 h 419"/>
                <a:gd name="T10" fmla="*/ 50 w 425"/>
                <a:gd name="T11" fmla="*/ 378 h 419"/>
                <a:gd name="T12" fmla="*/ 126 w 425"/>
                <a:gd name="T13" fmla="*/ 419 h 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5" h="419">
                  <a:moveTo>
                    <a:pt x="126" y="419"/>
                  </a:moveTo>
                  <a:cubicBezTo>
                    <a:pt x="69" y="335"/>
                    <a:pt x="71" y="221"/>
                    <a:pt x="138" y="138"/>
                  </a:cubicBezTo>
                  <a:cubicBezTo>
                    <a:pt x="192" y="72"/>
                    <a:pt x="274" y="41"/>
                    <a:pt x="354" y="51"/>
                  </a:cubicBezTo>
                  <a:cubicBezTo>
                    <a:pt x="425" y="90"/>
                    <a:pt x="425" y="90"/>
                    <a:pt x="425" y="90"/>
                  </a:cubicBezTo>
                  <a:cubicBezTo>
                    <a:pt x="328" y="0"/>
                    <a:pt x="176" y="4"/>
                    <a:pt x="85" y="100"/>
                  </a:cubicBezTo>
                  <a:cubicBezTo>
                    <a:pt x="11" y="177"/>
                    <a:pt x="0" y="290"/>
                    <a:pt x="50" y="378"/>
                  </a:cubicBezTo>
                  <a:lnTo>
                    <a:pt x="126" y="419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27" name="任意多边形: 形状 9926"/>
            <p:cNvSpPr>
              <a:spLocks/>
            </p:cNvSpPr>
            <p:nvPr userDrawn="1"/>
          </p:nvSpPr>
          <p:spPr bwMode="auto">
            <a:xfrm>
              <a:off x="10374313" y="2981325"/>
              <a:ext cx="1244600" cy="1227138"/>
            </a:xfrm>
            <a:custGeom>
              <a:avLst/>
              <a:gdLst>
                <a:gd name="T0" fmla="*/ 125 w 425"/>
                <a:gd name="T1" fmla="*/ 419 h 419"/>
                <a:gd name="T2" fmla="*/ 137 w 425"/>
                <a:gd name="T3" fmla="*/ 139 h 419"/>
                <a:gd name="T4" fmla="*/ 354 w 425"/>
                <a:gd name="T5" fmla="*/ 51 h 419"/>
                <a:gd name="T6" fmla="*/ 425 w 425"/>
                <a:gd name="T7" fmla="*/ 90 h 419"/>
                <a:gd name="T8" fmla="*/ 85 w 425"/>
                <a:gd name="T9" fmla="*/ 100 h 419"/>
                <a:gd name="T10" fmla="*/ 50 w 425"/>
                <a:gd name="T11" fmla="*/ 379 h 419"/>
                <a:gd name="T12" fmla="*/ 125 w 425"/>
                <a:gd name="T13" fmla="*/ 419 h 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5" h="419">
                  <a:moveTo>
                    <a:pt x="125" y="419"/>
                  </a:moveTo>
                  <a:cubicBezTo>
                    <a:pt x="69" y="336"/>
                    <a:pt x="70" y="222"/>
                    <a:pt x="137" y="139"/>
                  </a:cubicBezTo>
                  <a:cubicBezTo>
                    <a:pt x="191" y="72"/>
                    <a:pt x="274" y="42"/>
                    <a:pt x="354" y="51"/>
                  </a:cubicBezTo>
                  <a:cubicBezTo>
                    <a:pt x="425" y="90"/>
                    <a:pt x="425" y="90"/>
                    <a:pt x="425" y="90"/>
                  </a:cubicBezTo>
                  <a:cubicBezTo>
                    <a:pt x="328" y="0"/>
                    <a:pt x="176" y="5"/>
                    <a:pt x="85" y="100"/>
                  </a:cubicBezTo>
                  <a:cubicBezTo>
                    <a:pt x="11" y="178"/>
                    <a:pt x="0" y="291"/>
                    <a:pt x="50" y="379"/>
                  </a:cubicBezTo>
                  <a:lnTo>
                    <a:pt x="125" y="419"/>
                  </a:lnTo>
                  <a:close/>
                </a:path>
              </a:pathLst>
            </a:custGeom>
            <a:noFill/>
            <a:ln w="4762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28" name="任意多边形: 形状 9927"/>
            <p:cNvSpPr>
              <a:spLocks/>
            </p:cNvSpPr>
            <p:nvPr userDrawn="1"/>
          </p:nvSpPr>
          <p:spPr bwMode="auto">
            <a:xfrm>
              <a:off x="10856913" y="3754438"/>
              <a:ext cx="407988" cy="319088"/>
            </a:xfrm>
            <a:custGeom>
              <a:avLst/>
              <a:gdLst>
                <a:gd name="T0" fmla="*/ 0 w 257"/>
                <a:gd name="T1" fmla="*/ 92 h 201"/>
                <a:gd name="T2" fmla="*/ 207 w 257"/>
                <a:gd name="T3" fmla="*/ 201 h 201"/>
                <a:gd name="T4" fmla="*/ 257 w 257"/>
                <a:gd name="T5" fmla="*/ 109 h 201"/>
                <a:gd name="T6" fmla="*/ 52 w 257"/>
                <a:gd name="T7" fmla="*/ 0 h 201"/>
                <a:gd name="T8" fmla="*/ 0 w 257"/>
                <a:gd name="T9" fmla="*/ 92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7" h="201">
                  <a:moveTo>
                    <a:pt x="0" y="92"/>
                  </a:moveTo>
                  <a:lnTo>
                    <a:pt x="207" y="201"/>
                  </a:lnTo>
                  <a:lnTo>
                    <a:pt x="257" y="109"/>
                  </a:lnTo>
                  <a:lnTo>
                    <a:pt x="52" y="0"/>
                  </a:lnTo>
                  <a:lnTo>
                    <a:pt x="0" y="92"/>
                  </a:lnTo>
                  <a:close/>
                </a:path>
              </a:pathLst>
            </a:custGeom>
            <a:noFill/>
            <a:ln w="4762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29" name="任意多边形: 形状 9928"/>
            <p:cNvSpPr>
              <a:spLocks/>
            </p:cNvSpPr>
            <p:nvPr userDrawn="1"/>
          </p:nvSpPr>
          <p:spPr bwMode="auto">
            <a:xfrm>
              <a:off x="10915651" y="3956050"/>
              <a:ext cx="165100" cy="147638"/>
            </a:xfrm>
            <a:custGeom>
              <a:avLst/>
              <a:gdLst>
                <a:gd name="T0" fmla="*/ 0 w 104"/>
                <a:gd name="T1" fmla="*/ 54 h 93"/>
                <a:gd name="T2" fmla="*/ 74 w 104"/>
                <a:gd name="T3" fmla="*/ 93 h 93"/>
                <a:gd name="T4" fmla="*/ 104 w 104"/>
                <a:gd name="T5" fmla="*/ 39 h 93"/>
                <a:gd name="T6" fmla="*/ 30 w 104"/>
                <a:gd name="T7" fmla="*/ 0 h 93"/>
                <a:gd name="T8" fmla="*/ 0 w 104"/>
                <a:gd name="T9" fmla="*/ 54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4" h="93">
                  <a:moveTo>
                    <a:pt x="0" y="54"/>
                  </a:moveTo>
                  <a:lnTo>
                    <a:pt x="74" y="93"/>
                  </a:lnTo>
                  <a:lnTo>
                    <a:pt x="104" y="39"/>
                  </a:lnTo>
                  <a:lnTo>
                    <a:pt x="30" y="0"/>
                  </a:lnTo>
                  <a:lnTo>
                    <a:pt x="0" y="54"/>
                  </a:lnTo>
                  <a:close/>
                </a:path>
              </a:pathLst>
            </a:custGeom>
            <a:noFill/>
            <a:ln w="4762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30" name="任意多边形: 形状 9929"/>
            <p:cNvSpPr>
              <a:spLocks/>
            </p:cNvSpPr>
            <p:nvPr userDrawn="1"/>
          </p:nvSpPr>
          <p:spPr bwMode="auto">
            <a:xfrm>
              <a:off x="10485438" y="4035425"/>
              <a:ext cx="762000" cy="477838"/>
            </a:xfrm>
            <a:custGeom>
              <a:avLst/>
              <a:gdLst>
                <a:gd name="T0" fmla="*/ 0 w 480"/>
                <a:gd name="T1" fmla="*/ 65 h 301"/>
                <a:gd name="T2" fmla="*/ 447 w 480"/>
                <a:gd name="T3" fmla="*/ 301 h 301"/>
                <a:gd name="T4" fmla="*/ 480 w 480"/>
                <a:gd name="T5" fmla="*/ 237 h 301"/>
                <a:gd name="T6" fmla="*/ 33 w 480"/>
                <a:gd name="T7" fmla="*/ 0 h 301"/>
                <a:gd name="T8" fmla="*/ 0 w 480"/>
                <a:gd name="T9" fmla="*/ 65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80" h="301">
                  <a:moveTo>
                    <a:pt x="0" y="65"/>
                  </a:moveTo>
                  <a:lnTo>
                    <a:pt x="447" y="301"/>
                  </a:lnTo>
                  <a:lnTo>
                    <a:pt x="480" y="237"/>
                  </a:lnTo>
                  <a:lnTo>
                    <a:pt x="33" y="0"/>
                  </a:lnTo>
                  <a:lnTo>
                    <a:pt x="0" y="65"/>
                  </a:ln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31" name="任意多边形: 形状 9930"/>
            <p:cNvSpPr>
              <a:spLocks/>
            </p:cNvSpPr>
            <p:nvPr userDrawn="1"/>
          </p:nvSpPr>
          <p:spPr bwMode="auto">
            <a:xfrm>
              <a:off x="10672763" y="4270375"/>
              <a:ext cx="269875" cy="225425"/>
            </a:xfrm>
            <a:custGeom>
              <a:avLst/>
              <a:gdLst>
                <a:gd name="T0" fmla="*/ 0 w 170"/>
                <a:gd name="T1" fmla="*/ 74 h 142"/>
                <a:gd name="T2" fmla="*/ 129 w 170"/>
                <a:gd name="T3" fmla="*/ 142 h 142"/>
                <a:gd name="T4" fmla="*/ 170 w 170"/>
                <a:gd name="T5" fmla="*/ 68 h 142"/>
                <a:gd name="T6" fmla="*/ 41 w 170"/>
                <a:gd name="T7" fmla="*/ 0 h 142"/>
                <a:gd name="T8" fmla="*/ 0 w 170"/>
                <a:gd name="T9" fmla="*/ 74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0" h="142">
                  <a:moveTo>
                    <a:pt x="0" y="74"/>
                  </a:moveTo>
                  <a:lnTo>
                    <a:pt x="129" y="142"/>
                  </a:lnTo>
                  <a:lnTo>
                    <a:pt x="170" y="68"/>
                  </a:lnTo>
                  <a:lnTo>
                    <a:pt x="41" y="0"/>
                  </a:lnTo>
                  <a:lnTo>
                    <a:pt x="0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32" name="任意多边形: 形状 9931"/>
            <p:cNvSpPr>
              <a:spLocks/>
            </p:cNvSpPr>
            <p:nvPr userDrawn="1"/>
          </p:nvSpPr>
          <p:spPr bwMode="auto">
            <a:xfrm>
              <a:off x="10610851" y="4238625"/>
              <a:ext cx="269875" cy="225425"/>
            </a:xfrm>
            <a:custGeom>
              <a:avLst/>
              <a:gdLst>
                <a:gd name="T0" fmla="*/ 0 w 170"/>
                <a:gd name="T1" fmla="*/ 73 h 142"/>
                <a:gd name="T2" fmla="*/ 131 w 170"/>
                <a:gd name="T3" fmla="*/ 142 h 142"/>
                <a:gd name="T4" fmla="*/ 170 w 170"/>
                <a:gd name="T5" fmla="*/ 68 h 142"/>
                <a:gd name="T6" fmla="*/ 41 w 170"/>
                <a:gd name="T7" fmla="*/ 0 h 142"/>
                <a:gd name="T8" fmla="*/ 0 w 170"/>
                <a:gd name="T9" fmla="*/ 73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0" h="142">
                  <a:moveTo>
                    <a:pt x="0" y="73"/>
                  </a:moveTo>
                  <a:lnTo>
                    <a:pt x="131" y="142"/>
                  </a:lnTo>
                  <a:lnTo>
                    <a:pt x="170" y="68"/>
                  </a:lnTo>
                  <a:lnTo>
                    <a:pt x="41" y="0"/>
                  </a:lnTo>
                  <a:lnTo>
                    <a:pt x="0" y="73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33" name="任意多边形: 形状 9932"/>
            <p:cNvSpPr>
              <a:spLocks/>
            </p:cNvSpPr>
            <p:nvPr userDrawn="1"/>
          </p:nvSpPr>
          <p:spPr bwMode="auto">
            <a:xfrm>
              <a:off x="10672763" y="4270375"/>
              <a:ext cx="269875" cy="225425"/>
            </a:xfrm>
            <a:custGeom>
              <a:avLst/>
              <a:gdLst>
                <a:gd name="T0" fmla="*/ 0 w 170"/>
                <a:gd name="T1" fmla="*/ 74 h 142"/>
                <a:gd name="T2" fmla="*/ 129 w 170"/>
                <a:gd name="T3" fmla="*/ 142 h 142"/>
                <a:gd name="T4" fmla="*/ 170 w 170"/>
                <a:gd name="T5" fmla="*/ 68 h 142"/>
                <a:gd name="T6" fmla="*/ 41 w 170"/>
                <a:gd name="T7" fmla="*/ 0 h 142"/>
                <a:gd name="T8" fmla="*/ 0 w 170"/>
                <a:gd name="T9" fmla="*/ 74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0" h="142">
                  <a:moveTo>
                    <a:pt x="0" y="74"/>
                  </a:moveTo>
                  <a:lnTo>
                    <a:pt x="129" y="142"/>
                  </a:lnTo>
                  <a:lnTo>
                    <a:pt x="170" y="68"/>
                  </a:lnTo>
                  <a:lnTo>
                    <a:pt x="41" y="0"/>
                  </a:lnTo>
                  <a:lnTo>
                    <a:pt x="0" y="74"/>
                  </a:lnTo>
                  <a:close/>
                </a:path>
              </a:pathLst>
            </a:custGeom>
            <a:noFill/>
            <a:ln w="4762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34" name="任意多边形: 形状 9933"/>
            <p:cNvSpPr>
              <a:spLocks/>
            </p:cNvSpPr>
            <p:nvPr userDrawn="1"/>
          </p:nvSpPr>
          <p:spPr bwMode="auto">
            <a:xfrm>
              <a:off x="10253663" y="4246563"/>
              <a:ext cx="920750" cy="554038"/>
            </a:xfrm>
            <a:custGeom>
              <a:avLst/>
              <a:gdLst>
                <a:gd name="T0" fmla="*/ 96 w 580"/>
                <a:gd name="T1" fmla="*/ 0 h 349"/>
                <a:gd name="T2" fmla="*/ 329 w 580"/>
                <a:gd name="T3" fmla="*/ 124 h 349"/>
                <a:gd name="T4" fmla="*/ 561 w 580"/>
                <a:gd name="T5" fmla="*/ 246 h 349"/>
                <a:gd name="T6" fmla="*/ 580 w 580"/>
                <a:gd name="T7" fmla="*/ 349 h 349"/>
                <a:gd name="T8" fmla="*/ 290 w 580"/>
                <a:gd name="T9" fmla="*/ 196 h 349"/>
                <a:gd name="T10" fmla="*/ 0 w 580"/>
                <a:gd name="T11" fmla="*/ 43 h 349"/>
                <a:gd name="T12" fmla="*/ 96 w 580"/>
                <a:gd name="T13" fmla="*/ 0 h 3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0" h="349">
                  <a:moveTo>
                    <a:pt x="96" y="0"/>
                  </a:moveTo>
                  <a:lnTo>
                    <a:pt x="329" y="124"/>
                  </a:lnTo>
                  <a:lnTo>
                    <a:pt x="561" y="246"/>
                  </a:lnTo>
                  <a:lnTo>
                    <a:pt x="580" y="349"/>
                  </a:lnTo>
                  <a:lnTo>
                    <a:pt x="290" y="196"/>
                  </a:lnTo>
                  <a:lnTo>
                    <a:pt x="0" y="43"/>
                  </a:lnTo>
                  <a:lnTo>
                    <a:pt x="96" y="0"/>
                  </a:lnTo>
                  <a:close/>
                </a:path>
              </a:pathLst>
            </a:custGeom>
            <a:noFill/>
            <a:ln w="4762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35" name="任意多边形: 形状 9934"/>
            <p:cNvSpPr>
              <a:spLocks/>
            </p:cNvSpPr>
            <p:nvPr userDrawn="1"/>
          </p:nvSpPr>
          <p:spPr bwMode="auto">
            <a:xfrm>
              <a:off x="10837863" y="2830513"/>
              <a:ext cx="998538" cy="1149350"/>
            </a:xfrm>
            <a:custGeom>
              <a:avLst/>
              <a:gdLst>
                <a:gd name="T0" fmla="*/ 0 w 629"/>
                <a:gd name="T1" fmla="*/ 549 h 724"/>
                <a:gd name="T2" fmla="*/ 332 w 629"/>
                <a:gd name="T3" fmla="*/ 724 h 724"/>
                <a:gd name="T4" fmla="*/ 629 w 629"/>
                <a:gd name="T5" fmla="*/ 176 h 724"/>
                <a:gd name="T6" fmla="*/ 297 w 629"/>
                <a:gd name="T7" fmla="*/ 0 h 724"/>
                <a:gd name="T8" fmla="*/ 0 w 629"/>
                <a:gd name="T9" fmla="*/ 549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29" h="724">
                  <a:moveTo>
                    <a:pt x="0" y="549"/>
                  </a:moveTo>
                  <a:lnTo>
                    <a:pt x="332" y="724"/>
                  </a:lnTo>
                  <a:lnTo>
                    <a:pt x="629" y="176"/>
                  </a:lnTo>
                  <a:lnTo>
                    <a:pt x="297" y="0"/>
                  </a:lnTo>
                  <a:lnTo>
                    <a:pt x="0" y="54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36" name="任意多边形: 形状 9935"/>
            <p:cNvSpPr>
              <a:spLocks/>
            </p:cNvSpPr>
            <p:nvPr userDrawn="1"/>
          </p:nvSpPr>
          <p:spPr bwMode="auto">
            <a:xfrm>
              <a:off x="10755313" y="2787650"/>
              <a:ext cx="1001713" cy="1150938"/>
            </a:xfrm>
            <a:custGeom>
              <a:avLst/>
              <a:gdLst>
                <a:gd name="T0" fmla="*/ 0 w 631"/>
                <a:gd name="T1" fmla="*/ 548 h 725"/>
                <a:gd name="T2" fmla="*/ 334 w 631"/>
                <a:gd name="T3" fmla="*/ 725 h 725"/>
                <a:gd name="T4" fmla="*/ 631 w 631"/>
                <a:gd name="T5" fmla="*/ 177 h 725"/>
                <a:gd name="T6" fmla="*/ 297 w 631"/>
                <a:gd name="T7" fmla="*/ 0 h 725"/>
                <a:gd name="T8" fmla="*/ 0 w 631"/>
                <a:gd name="T9" fmla="*/ 548 h 7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1" h="725">
                  <a:moveTo>
                    <a:pt x="0" y="548"/>
                  </a:moveTo>
                  <a:lnTo>
                    <a:pt x="334" y="725"/>
                  </a:lnTo>
                  <a:lnTo>
                    <a:pt x="631" y="177"/>
                  </a:lnTo>
                  <a:lnTo>
                    <a:pt x="297" y="0"/>
                  </a:lnTo>
                  <a:lnTo>
                    <a:pt x="0" y="548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37" name="任意多边形: 形状 9936"/>
            <p:cNvSpPr>
              <a:spLocks/>
            </p:cNvSpPr>
            <p:nvPr userDrawn="1"/>
          </p:nvSpPr>
          <p:spPr bwMode="auto">
            <a:xfrm>
              <a:off x="10837863" y="2830513"/>
              <a:ext cx="998538" cy="1149350"/>
            </a:xfrm>
            <a:custGeom>
              <a:avLst/>
              <a:gdLst>
                <a:gd name="T0" fmla="*/ 0 w 629"/>
                <a:gd name="T1" fmla="*/ 549 h 724"/>
                <a:gd name="T2" fmla="*/ 332 w 629"/>
                <a:gd name="T3" fmla="*/ 724 h 724"/>
                <a:gd name="T4" fmla="*/ 629 w 629"/>
                <a:gd name="T5" fmla="*/ 176 h 724"/>
                <a:gd name="T6" fmla="*/ 297 w 629"/>
                <a:gd name="T7" fmla="*/ 0 h 724"/>
                <a:gd name="T8" fmla="*/ 0 w 629"/>
                <a:gd name="T9" fmla="*/ 549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29" h="724">
                  <a:moveTo>
                    <a:pt x="0" y="549"/>
                  </a:moveTo>
                  <a:lnTo>
                    <a:pt x="332" y="724"/>
                  </a:lnTo>
                  <a:lnTo>
                    <a:pt x="629" y="176"/>
                  </a:lnTo>
                  <a:lnTo>
                    <a:pt x="297" y="0"/>
                  </a:lnTo>
                  <a:lnTo>
                    <a:pt x="0" y="549"/>
                  </a:lnTo>
                  <a:close/>
                </a:path>
              </a:pathLst>
            </a:custGeom>
            <a:noFill/>
            <a:ln w="4762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</p:grpSp>
    </p:spTree>
    <p:extLst>
      <p:ext uri="{BB962C8B-B14F-4D97-AF65-F5344CB8AC3E}">
        <p14:creationId xmlns:p14="http://schemas.microsoft.com/office/powerpoint/2010/main" val="28825868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矩形 7"/>
          <p:cNvSpPr>
            <a:spLocks noChangeArrowheads="1"/>
          </p:cNvSpPr>
          <p:nvPr userDrawn="1"/>
        </p:nvSpPr>
        <p:spPr bwMode="auto">
          <a:xfrm>
            <a:off x="638177" y="635000"/>
            <a:ext cx="10918825" cy="558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 sz="1350"/>
          </a:p>
        </p:txBody>
      </p:sp>
      <p:sp>
        <p:nvSpPr>
          <p:cNvPr id="20" name="标题 19"/>
          <p:cNvSpPr>
            <a:spLocks noGrp="1"/>
          </p:cNvSpPr>
          <p:nvPr userDrawn="1">
            <p:ph type="title"/>
          </p:nvPr>
        </p:nvSpPr>
        <p:spPr>
          <a:xfrm>
            <a:off x="3386409" y="2743654"/>
            <a:ext cx="5419185" cy="895350"/>
          </a:xfrm>
        </p:spPr>
        <p:txBody>
          <a:bodyPr anchor="b">
            <a:normAutofit/>
          </a:bodyPr>
          <a:lstStyle>
            <a:lvl1pPr algn="ctr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21" name="文本占位符 20"/>
          <p:cNvSpPr>
            <a:spLocks noGrp="1"/>
          </p:cNvSpPr>
          <p:nvPr userDrawn="1">
            <p:ph type="body" idx="1"/>
          </p:nvPr>
        </p:nvSpPr>
        <p:spPr>
          <a:xfrm>
            <a:off x="3386409" y="3639006"/>
            <a:ext cx="5419185" cy="1015623"/>
          </a:xfrm>
        </p:spPr>
        <p:txBody>
          <a:bodyPr anchor="t">
            <a:normAutofit/>
          </a:bodyPr>
          <a:lstStyle>
            <a:lvl1pPr marL="0" indent="0" algn="ctr">
              <a:buNone/>
              <a:defRPr sz="1100">
                <a:solidFill>
                  <a:schemeClr val="tx1"/>
                </a:solidFill>
              </a:defRPr>
            </a:lvl1pPr>
            <a:lvl2pPr marL="342884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66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49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1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29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18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06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533342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888B6D7-9D3F-49D7-BACE-73A9D1149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D9C7-5DC6-4263-87FF-7C99F6FB63C3}" type="datetime1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AC997A4-1DD8-4731-B9FD-42398A20F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OfficePLUS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BA9825E-1876-42AD-ABCF-E0E100F35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D124F9DB-C87A-423F-9657-38C7A29014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2070191C-4093-409C-8FD5-7369A79637A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9925" y="1130301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77593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DB13F9A-9790-4562-8B37-BBDCA0C1B0F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65164" y="1135380"/>
            <a:ext cx="5326061" cy="448976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altLang="zh-CN" dirty="0"/>
              <a:t>Click to edit Master title style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F939CE1-2565-4BD2-B765-0FDA979C420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71515" y="1685956"/>
            <a:ext cx="5326061" cy="4503707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7A8FE65-353E-44A9-975F-C67D0364E0E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94427" y="1135380"/>
            <a:ext cx="5326061" cy="448976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altLang="zh-CN" dirty="0"/>
              <a:t>Edit Master text styles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E1F490D-3FF4-40C5-B1DD-918F0138111B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72201" y="1685956"/>
            <a:ext cx="5348287" cy="4503707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10" name="标题 9">
            <a:extLst>
              <a:ext uri="{FF2B5EF4-FFF2-40B4-BE49-F238E27FC236}">
                <a16:creationId xmlns:a16="http://schemas.microsoft.com/office/drawing/2014/main" id="{B458B080-7577-4712-B3BC-597995F4A7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B650616-94FA-4F8C-B49C-5CD1BB08A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D9C7-5DC6-4263-87FF-7C99F6FB63C3}" type="datetime1">
              <a:rPr lang="zh-CN" altLang="en-US" smtClean="0"/>
              <a:t>2025/11/26</a:t>
            </a:fld>
            <a:endParaRPr lang="zh-CN" altLang="en-US" dirty="0"/>
          </a:p>
        </p:txBody>
      </p:sp>
      <p:sp>
        <p:nvSpPr>
          <p:cNvPr id="11" name="页脚占位符 10">
            <a:extLst>
              <a:ext uri="{FF2B5EF4-FFF2-40B4-BE49-F238E27FC236}">
                <a16:creationId xmlns:a16="http://schemas.microsoft.com/office/drawing/2014/main" id="{E9664480-D645-43BD-896D-DC0BDBEEA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OfficePLUS </a:t>
            </a:r>
            <a:endParaRPr lang="zh-CN" altLang="en-US" dirty="0"/>
          </a:p>
        </p:txBody>
      </p:sp>
      <p:sp>
        <p:nvSpPr>
          <p:cNvPr id="12" name="灯片编号占位符 11">
            <a:extLst>
              <a:ext uri="{FF2B5EF4-FFF2-40B4-BE49-F238E27FC236}">
                <a16:creationId xmlns:a16="http://schemas.microsoft.com/office/drawing/2014/main" id="{846A2231-11F9-489B-9492-E00E5114D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1622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userDrawn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1C7A1C-3684-4AAF-A408-C63B6CB641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986EA5F-D77D-4318-90E9-C04AA8ADC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D9C7-5DC6-4263-87FF-7C99F6FB63C3}" type="datetime1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0832621-D9D9-445E-BFF9-F8348FA1E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OfficePLUS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371151B-F790-4A9F-962F-B8718A956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41762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7728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3" name="标题 12"/>
          <p:cNvSpPr>
            <a:spLocks noGrp="1"/>
          </p:cNvSpPr>
          <p:nvPr userDrawn="1">
            <p:ph type="ctrTitle" hasCustomPrompt="1"/>
          </p:nvPr>
        </p:nvSpPr>
        <p:spPr>
          <a:xfrm>
            <a:off x="3382963" y="1135065"/>
            <a:ext cx="5426076" cy="1621509"/>
          </a:xfrm>
        </p:spPr>
        <p:txBody>
          <a:bodyPr anchor="b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14" name="文本占位符 13"/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3382963" y="3130430"/>
            <a:ext cx="5426076" cy="310871"/>
          </a:xfrm>
        </p:spPr>
        <p:txBody>
          <a:bodyPr vert="horz" lIns="91440" tIns="45720" rIns="91440" bIns="45720" rtlCol="0" anchor="ctr" anchorCtr="1">
            <a:noAutofit/>
          </a:bodyPr>
          <a:lstStyle>
            <a:lvl1pPr marL="171442" marR="0" indent="-171442" algn="r" defTabSz="685766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zh-CN" altLang="en-US" sz="1600" smtClean="0">
                <a:solidFill>
                  <a:schemeClr val="bg1"/>
                </a:solidFill>
              </a:defRPr>
            </a:lvl1pPr>
            <a:lvl2pPr>
              <a:defRPr lang="zh-CN" altLang="en-US" sz="1500" smtClean="0"/>
            </a:lvl2pPr>
            <a:lvl3pPr>
              <a:defRPr lang="zh-CN" altLang="en-US" sz="1350" smtClean="0"/>
            </a:lvl3pPr>
            <a:lvl4pPr>
              <a:defRPr lang="zh-CN" altLang="en-US" sz="1200" smtClean="0"/>
            </a:lvl4pPr>
            <a:lvl5pPr>
              <a:defRPr lang="zh-CN" altLang="en-US" sz="1200"/>
            </a:lvl5pPr>
          </a:lstStyle>
          <a:p>
            <a:pPr marL="171442" marR="0" lvl="0" indent="-171442" algn="l" defTabSz="685766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 dirty="0"/>
              <a:t>Signature</a:t>
            </a:r>
          </a:p>
        </p:txBody>
      </p:sp>
      <p:sp>
        <p:nvSpPr>
          <p:cNvPr id="15" name="文本占位符 14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3382963" y="3441300"/>
            <a:ext cx="5426076" cy="310871"/>
          </a:xfrm>
        </p:spPr>
        <p:txBody>
          <a:bodyPr vert="horz" lIns="91440" tIns="45720" rIns="91440" bIns="45720" rtlCol="0">
            <a:noAutofit/>
          </a:bodyPr>
          <a:lstStyle>
            <a:lvl1pPr marL="0" indent="0" algn="ctr">
              <a:buNone/>
              <a:defRPr lang="zh-CN" altLang="en-US" sz="1600" smtClean="0">
                <a:solidFill>
                  <a:schemeClr val="bg1"/>
                </a:solidFill>
              </a:defRPr>
            </a:lvl1pPr>
            <a:lvl2pPr>
              <a:defRPr lang="zh-CN" altLang="en-US" sz="1500" smtClean="0"/>
            </a:lvl2pPr>
            <a:lvl3pPr>
              <a:defRPr lang="zh-CN" altLang="en-US" sz="1350" smtClean="0"/>
            </a:lvl3pPr>
            <a:lvl4pPr>
              <a:defRPr lang="zh-CN" altLang="en-US" sz="1200" smtClean="0"/>
            </a:lvl4pPr>
            <a:lvl5pPr>
              <a:defRPr lang="zh-CN" altLang="en-US" sz="1200"/>
            </a:lvl5pPr>
          </a:lstStyle>
          <a:p>
            <a:pPr marL="171442" marR="0" lvl="0" indent="-171442" fontAlgn="auto">
              <a:spcAft>
                <a:spcPts val="0"/>
              </a:spcAft>
              <a:buClrTx/>
              <a:buSzTx/>
              <a:tabLst/>
            </a:pPr>
            <a:r>
              <a:rPr lang="en-US" altLang="zh-CN" dirty="0"/>
              <a:t>Data</a:t>
            </a:r>
          </a:p>
        </p:txBody>
      </p:sp>
      <p:grpSp>
        <p:nvGrpSpPr>
          <p:cNvPr id="179" name="组合 178"/>
          <p:cNvGrpSpPr/>
          <p:nvPr userDrawn="1"/>
        </p:nvGrpSpPr>
        <p:grpSpPr>
          <a:xfrm>
            <a:off x="236539" y="2736852"/>
            <a:ext cx="11599863" cy="3910013"/>
            <a:chOff x="236538" y="2736850"/>
            <a:chExt cx="11599863" cy="3910013"/>
          </a:xfrm>
        </p:grpSpPr>
        <p:sp>
          <p:nvSpPr>
            <p:cNvPr id="180" name="任意多边形: 形状 179"/>
            <p:cNvSpPr>
              <a:spLocks/>
            </p:cNvSpPr>
            <p:nvPr userDrawn="1"/>
          </p:nvSpPr>
          <p:spPr bwMode="auto">
            <a:xfrm>
              <a:off x="7237413" y="5686425"/>
              <a:ext cx="784225" cy="893763"/>
            </a:xfrm>
            <a:custGeom>
              <a:avLst/>
              <a:gdLst>
                <a:gd name="T0" fmla="*/ 62 w 268"/>
                <a:gd name="T1" fmla="*/ 45 h 305"/>
                <a:gd name="T2" fmla="*/ 268 w 268"/>
                <a:gd name="T3" fmla="*/ 109 h 305"/>
                <a:gd name="T4" fmla="*/ 206 w 268"/>
                <a:gd name="T5" fmla="*/ 305 h 305"/>
                <a:gd name="T6" fmla="*/ 0 w 268"/>
                <a:gd name="T7" fmla="*/ 240 h 305"/>
                <a:gd name="T8" fmla="*/ 62 w 268"/>
                <a:gd name="T9" fmla="*/ 45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" h="305">
                  <a:moveTo>
                    <a:pt x="62" y="45"/>
                  </a:moveTo>
                  <a:cubicBezTo>
                    <a:pt x="189" y="0"/>
                    <a:pt x="268" y="109"/>
                    <a:pt x="268" y="109"/>
                  </a:cubicBezTo>
                  <a:cubicBezTo>
                    <a:pt x="206" y="305"/>
                    <a:pt x="206" y="305"/>
                    <a:pt x="206" y="305"/>
                  </a:cubicBezTo>
                  <a:cubicBezTo>
                    <a:pt x="206" y="305"/>
                    <a:pt x="127" y="195"/>
                    <a:pt x="0" y="240"/>
                  </a:cubicBezTo>
                  <a:lnTo>
                    <a:pt x="62" y="45"/>
                  </a:lnTo>
                  <a:close/>
                </a:path>
              </a:pathLst>
            </a:custGeom>
            <a:solidFill>
              <a:srgbClr val="FFFFFF"/>
            </a:solidFill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81" name="任意多边形: 形状 180"/>
            <p:cNvSpPr>
              <a:spLocks/>
            </p:cNvSpPr>
            <p:nvPr userDrawn="1"/>
          </p:nvSpPr>
          <p:spPr bwMode="auto">
            <a:xfrm>
              <a:off x="6634163" y="5500688"/>
              <a:ext cx="784225" cy="889000"/>
            </a:xfrm>
            <a:custGeom>
              <a:avLst/>
              <a:gdLst>
                <a:gd name="T0" fmla="*/ 268 w 268"/>
                <a:gd name="T1" fmla="*/ 108 h 303"/>
                <a:gd name="T2" fmla="*/ 62 w 268"/>
                <a:gd name="T3" fmla="*/ 46 h 303"/>
                <a:gd name="T4" fmla="*/ 0 w 268"/>
                <a:gd name="T5" fmla="*/ 241 h 303"/>
                <a:gd name="T6" fmla="*/ 206 w 268"/>
                <a:gd name="T7" fmla="*/ 303 h 303"/>
                <a:gd name="T8" fmla="*/ 268 w 268"/>
                <a:gd name="T9" fmla="*/ 108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" h="303">
                  <a:moveTo>
                    <a:pt x="268" y="108"/>
                  </a:moveTo>
                  <a:cubicBezTo>
                    <a:pt x="190" y="0"/>
                    <a:pt x="62" y="46"/>
                    <a:pt x="62" y="46"/>
                  </a:cubicBezTo>
                  <a:cubicBezTo>
                    <a:pt x="0" y="241"/>
                    <a:pt x="0" y="241"/>
                    <a:pt x="0" y="241"/>
                  </a:cubicBezTo>
                  <a:cubicBezTo>
                    <a:pt x="0" y="241"/>
                    <a:pt x="128" y="195"/>
                    <a:pt x="206" y="303"/>
                  </a:cubicBezTo>
                  <a:lnTo>
                    <a:pt x="268" y="108"/>
                  </a:lnTo>
                  <a:close/>
                </a:path>
              </a:pathLst>
            </a:custGeom>
            <a:solidFill>
              <a:srgbClr val="FFFFFF"/>
            </a:solidFill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82" name="任意多边形: 形状 181"/>
            <p:cNvSpPr>
              <a:spLocks/>
            </p:cNvSpPr>
            <p:nvPr userDrawn="1"/>
          </p:nvSpPr>
          <p:spPr bwMode="auto">
            <a:xfrm>
              <a:off x="6991351" y="5478463"/>
              <a:ext cx="157163" cy="136525"/>
            </a:xfrm>
            <a:custGeom>
              <a:avLst/>
              <a:gdLst>
                <a:gd name="T0" fmla="*/ 0 w 99"/>
                <a:gd name="T1" fmla="*/ 73 h 86"/>
                <a:gd name="T2" fmla="*/ 22 w 99"/>
                <a:gd name="T3" fmla="*/ 0 h 86"/>
                <a:gd name="T4" fmla="*/ 53 w 99"/>
                <a:gd name="T5" fmla="*/ 35 h 86"/>
                <a:gd name="T6" fmla="*/ 99 w 99"/>
                <a:gd name="T7" fmla="*/ 24 h 86"/>
                <a:gd name="T8" fmla="*/ 79 w 99"/>
                <a:gd name="T9" fmla="*/ 86 h 86"/>
                <a:gd name="T10" fmla="*/ 0 w 99"/>
                <a:gd name="T11" fmla="*/ 73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9" h="86">
                  <a:moveTo>
                    <a:pt x="0" y="73"/>
                  </a:moveTo>
                  <a:lnTo>
                    <a:pt x="22" y="0"/>
                  </a:lnTo>
                  <a:lnTo>
                    <a:pt x="53" y="35"/>
                  </a:lnTo>
                  <a:lnTo>
                    <a:pt x="99" y="24"/>
                  </a:lnTo>
                  <a:lnTo>
                    <a:pt x="79" y="86"/>
                  </a:lnTo>
                  <a:lnTo>
                    <a:pt x="0" y="73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83" name="任意多边形: 形状 182"/>
            <p:cNvSpPr>
              <a:spLocks/>
            </p:cNvSpPr>
            <p:nvPr userDrawn="1"/>
          </p:nvSpPr>
          <p:spPr bwMode="auto">
            <a:xfrm>
              <a:off x="6991351" y="5478463"/>
              <a:ext cx="157163" cy="136525"/>
            </a:xfrm>
            <a:custGeom>
              <a:avLst/>
              <a:gdLst>
                <a:gd name="T0" fmla="*/ 0 w 99"/>
                <a:gd name="T1" fmla="*/ 73 h 86"/>
                <a:gd name="T2" fmla="*/ 22 w 99"/>
                <a:gd name="T3" fmla="*/ 0 h 86"/>
                <a:gd name="T4" fmla="*/ 53 w 99"/>
                <a:gd name="T5" fmla="*/ 35 h 86"/>
                <a:gd name="T6" fmla="*/ 99 w 99"/>
                <a:gd name="T7" fmla="*/ 24 h 86"/>
                <a:gd name="T8" fmla="*/ 79 w 99"/>
                <a:gd name="T9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9" h="86">
                  <a:moveTo>
                    <a:pt x="0" y="73"/>
                  </a:moveTo>
                  <a:lnTo>
                    <a:pt x="22" y="0"/>
                  </a:lnTo>
                  <a:lnTo>
                    <a:pt x="53" y="35"/>
                  </a:lnTo>
                  <a:lnTo>
                    <a:pt x="99" y="24"/>
                  </a:lnTo>
                  <a:lnTo>
                    <a:pt x="79" y="8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84" name="任意多边形: 形状 183"/>
            <p:cNvSpPr>
              <a:spLocks/>
            </p:cNvSpPr>
            <p:nvPr userDrawn="1"/>
          </p:nvSpPr>
          <p:spPr bwMode="auto">
            <a:xfrm>
              <a:off x="7032626" y="5492750"/>
              <a:ext cx="157163" cy="134938"/>
            </a:xfrm>
            <a:custGeom>
              <a:avLst/>
              <a:gdLst>
                <a:gd name="T0" fmla="*/ 0 w 99"/>
                <a:gd name="T1" fmla="*/ 72 h 85"/>
                <a:gd name="T2" fmla="*/ 22 w 99"/>
                <a:gd name="T3" fmla="*/ 0 h 85"/>
                <a:gd name="T4" fmla="*/ 53 w 99"/>
                <a:gd name="T5" fmla="*/ 33 h 85"/>
                <a:gd name="T6" fmla="*/ 99 w 99"/>
                <a:gd name="T7" fmla="*/ 24 h 85"/>
                <a:gd name="T8" fmla="*/ 79 w 99"/>
                <a:gd name="T9" fmla="*/ 85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9" h="85">
                  <a:moveTo>
                    <a:pt x="0" y="72"/>
                  </a:moveTo>
                  <a:lnTo>
                    <a:pt x="22" y="0"/>
                  </a:lnTo>
                  <a:lnTo>
                    <a:pt x="53" y="33"/>
                  </a:lnTo>
                  <a:lnTo>
                    <a:pt x="99" y="24"/>
                  </a:lnTo>
                  <a:lnTo>
                    <a:pt x="79" y="85"/>
                  </a:ln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85" name="任意多边形: 形状 184"/>
            <p:cNvSpPr>
              <a:spLocks/>
            </p:cNvSpPr>
            <p:nvPr userDrawn="1"/>
          </p:nvSpPr>
          <p:spPr bwMode="auto">
            <a:xfrm>
              <a:off x="7207251" y="5735638"/>
              <a:ext cx="782638" cy="893763"/>
            </a:xfrm>
            <a:custGeom>
              <a:avLst/>
              <a:gdLst>
                <a:gd name="T0" fmla="*/ 62 w 267"/>
                <a:gd name="T1" fmla="*/ 45 h 305"/>
                <a:gd name="T2" fmla="*/ 267 w 267"/>
                <a:gd name="T3" fmla="*/ 109 h 305"/>
                <a:gd name="T4" fmla="*/ 205 w 267"/>
                <a:gd name="T5" fmla="*/ 305 h 305"/>
                <a:gd name="T6" fmla="*/ 0 w 267"/>
                <a:gd name="T7" fmla="*/ 240 h 305"/>
                <a:gd name="T8" fmla="*/ 62 w 267"/>
                <a:gd name="T9" fmla="*/ 45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7" h="305">
                  <a:moveTo>
                    <a:pt x="62" y="45"/>
                  </a:moveTo>
                  <a:cubicBezTo>
                    <a:pt x="188" y="0"/>
                    <a:pt x="267" y="109"/>
                    <a:pt x="267" y="109"/>
                  </a:cubicBezTo>
                  <a:cubicBezTo>
                    <a:pt x="205" y="305"/>
                    <a:pt x="205" y="305"/>
                    <a:pt x="205" y="305"/>
                  </a:cubicBezTo>
                  <a:cubicBezTo>
                    <a:pt x="205" y="305"/>
                    <a:pt x="126" y="195"/>
                    <a:pt x="0" y="240"/>
                  </a:cubicBezTo>
                  <a:lnTo>
                    <a:pt x="62" y="45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86" name="任意多边形: 形状 185"/>
            <p:cNvSpPr>
              <a:spLocks/>
            </p:cNvSpPr>
            <p:nvPr userDrawn="1"/>
          </p:nvSpPr>
          <p:spPr bwMode="auto">
            <a:xfrm>
              <a:off x="6578601" y="5541963"/>
              <a:ext cx="784225" cy="889000"/>
            </a:xfrm>
            <a:custGeom>
              <a:avLst/>
              <a:gdLst>
                <a:gd name="T0" fmla="*/ 268 w 268"/>
                <a:gd name="T1" fmla="*/ 108 h 303"/>
                <a:gd name="T2" fmla="*/ 61 w 268"/>
                <a:gd name="T3" fmla="*/ 45 h 303"/>
                <a:gd name="T4" fmla="*/ 0 w 268"/>
                <a:gd name="T5" fmla="*/ 241 h 303"/>
                <a:gd name="T6" fmla="*/ 206 w 268"/>
                <a:gd name="T7" fmla="*/ 303 h 303"/>
                <a:gd name="T8" fmla="*/ 268 w 268"/>
                <a:gd name="T9" fmla="*/ 108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" h="303">
                  <a:moveTo>
                    <a:pt x="268" y="108"/>
                  </a:moveTo>
                  <a:cubicBezTo>
                    <a:pt x="189" y="0"/>
                    <a:pt x="61" y="45"/>
                    <a:pt x="61" y="45"/>
                  </a:cubicBezTo>
                  <a:cubicBezTo>
                    <a:pt x="0" y="241"/>
                    <a:pt x="0" y="241"/>
                    <a:pt x="0" y="241"/>
                  </a:cubicBezTo>
                  <a:cubicBezTo>
                    <a:pt x="0" y="241"/>
                    <a:pt x="128" y="195"/>
                    <a:pt x="206" y="303"/>
                  </a:cubicBezTo>
                  <a:lnTo>
                    <a:pt x="268" y="108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87" name="任意多边形: 形状 186"/>
            <p:cNvSpPr>
              <a:spLocks/>
            </p:cNvSpPr>
            <p:nvPr userDrawn="1"/>
          </p:nvSpPr>
          <p:spPr bwMode="auto">
            <a:xfrm>
              <a:off x="7207251" y="6389688"/>
              <a:ext cx="539750" cy="219075"/>
            </a:xfrm>
            <a:custGeom>
              <a:avLst/>
              <a:gdLst>
                <a:gd name="T0" fmla="*/ 184 w 184"/>
                <a:gd name="T1" fmla="*/ 75 h 75"/>
                <a:gd name="T2" fmla="*/ 0 w 184"/>
                <a:gd name="T3" fmla="*/ 34 h 75"/>
                <a:gd name="T4" fmla="*/ 10 w 184"/>
                <a:gd name="T5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4" h="75">
                  <a:moveTo>
                    <a:pt x="184" y="75"/>
                  </a:moveTo>
                  <a:cubicBezTo>
                    <a:pt x="153" y="46"/>
                    <a:pt x="88" y="2"/>
                    <a:pt x="0" y="34"/>
                  </a:cubicBezTo>
                  <a:cubicBezTo>
                    <a:pt x="10" y="0"/>
                    <a:pt x="10" y="0"/>
                    <a:pt x="10" y="0"/>
                  </a:cubicBez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88" name="任意多边形: 形状 187"/>
            <p:cNvSpPr>
              <a:spLocks/>
            </p:cNvSpPr>
            <p:nvPr userDrawn="1"/>
          </p:nvSpPr>
          <p:spPr bwMode="auto">
            <a:xfrm>
              <a:off x="6691313" y="6265863"/>
              <a:ext cx="546100" cy="222250"/>
            </a:xfrm>
            <a:custGeom>
              <a:avLst/>
              <a:gdLst>
                <a:gd name="T0" fmla="*/ 0 w 186"/>
                <a:gd name="T1" fmla="*/ 6 h 76"/>
                <a:gd name="T2" fmla="*/ 176 w 186"/>
                <a:gd name="T3" fmla="*/ 76 h 76"/>
                <a:gd name="T4" fmla="*/ 186 w 186"/>
                <a:gd name="T5" fmla="*/ 42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6" h="76">
                  <a:moveTo>
                    <a:pt x="0" y="6"/>
                  </a:moveTo>
                  <a:cubicBezTo>
                    <a:pt x="43" y="0"/>
                    <a:pt x="121" y="0"/>
                    <a:pt x="176" y="76"/>
                  </a:cubicBezTo>
                  <a:cubicBezTo>
                    <a:pt x="186" y="42"/>
                    <a:pt x="186" y="42"/>
                    <a:pt x="186" y="42"/>
                  </a:cubicBez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89" name="任意多边形: 形状 188"/>
            <p:cNvSpPr>
              <a:spLocks/>
            </p:cNvSpPr>
            <p:nvPr userDrawn="1"/>
          </p:nvSpPr>
          <p:spPr bwMode="auto">
            <a:xfrm>
              <a:off x="7397751" y="6099175"/>
              <a:ext cx="411163" cy="219075"/>
            </a:xfrm>
            <a:custGeom>
              <a:avLst/>
              <a:gdLst>
                <a:gd name="T0" fmla="*/ 140 w 140"/>
                <a:gd name="T1" fmla="*/ 75 h 75"/>
                <a:gd name="T2" fmla="*/ 0 w 140"/>
                <a:gd name="T3" fmla="*/ 3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0" h="75">
                  <a:moveTo>
                    <a:pt x="140" y="75"/>
                  </a:moveTo>
                  <a:cubicBezTo>
                    <a:pt x="140" y="75"/>
                    <a:pt x="86" y="0"/>
                    <a:pt x="0" y="31"/>
                  </a:cubicBez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90" name="任意多边形: 形状 189"/>
            <p:cNvSpPr>
              <a:spLocks/>
            </p:cNvSpPr>
            <p:nvPr userDrawn="1"/>
          </p:nvSpPr>
          <p:spPr bwMode="auto">
            <a:xfrm>
              <a:off x="7462838" y="5899150"/>
              <a:ext cx="409575" cy="217488"/>
            </a:xfrm>
            <a:custGeom>
              <a:avLst/>
              <a:gdLst>
                <a:gd name="T0" fmla="*/ 140 w 140"/>
                <a:gd name="T1" fmla="*/ 74 h 74"/>
                <a:gd name="T2" fmla="*/ 0 w 140"/>
                <a:gd name="T3" fmla="*/ 3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0" h="74">
                  <a:moveTo>
                    <a:pt x="140" y="74"/>
                  </a:moveTo>
                  <a:cubicBezTo>
                    <a:pt x="140" y="74"/>
                    <a:pt x="86" y="0"/>
                    <a:pt x="0" y="30"/>
                  </a:cubicBez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91" name="任意多边形: 形状 190"/>
            <p:cNvSpPr>
              <a:spLocks/>
            </p:cNvSpPr>
            <p:nvPr userDrawn="1"/>
          </p:nvSpPr>
          <p:spPr bwMode="auto">
            <a:xfrm>
              <a:off x="7237413" y="5686425"/>
              <a:ext cx="784225" cy="893763"/>
            </a:xfrm>
            <a:custGeom>
              <a:avLst/>
              <a:gdLst>
                <a:gd name="T0" fmla="*/ 62 w 268"/>
                <a:gd name="T1" fmla="*/ 45 h 305"/>
                <a:gd name="T2" fmla="*/ 268 w 268"/>
                <a:gd name="T3" fmla="*/ 109 h 305"/>
                <a:gd name="T4" fmla="*/ 206 w 268"/>
                <a:gd name="T5" fmla="*/ 305 h 305"/>
                <a:gd name="T6" fmla="*/ 0 w 268"/>
                <a:gd name="T7" fmla="*/ 240 h 305"/>
                <a:gd name="T8" fmla="*/ 62 w 268"/>
                <a:gd name="T9" fmla="*/ 45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" h="305">
                  <a:moveTo>
                    <a:pt x="62" y="45"/>
                  </a:moveTo>
                  <a:cubicBezTo>
                    <a:pt x="189" y="0"/>
                    <a:pt x="268" y="109"/>
                    <a:pt x="268" y="109"/>
                  </a:cubicBezTo>
                  <a:cubicBezTo>
                    <a:pt x="206" y="305"/>
                    <a:pt x="206" y="305"/>
                    <a:pt x="206" y="305"/>
                  </a:cubicBezTo>
                  <a:cubicBezTo>
                    <a:pt x="206" y="305"/>
                    <a:pt x="127" y="195"/>
                    <a:pt x="0" y="240"/>
                  </a:cubicBezTo>
                  <a:lnTo>
                    <a:pt x="62" y="45"/>
                  </a:ln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92" name="任意多边形: 形状 191"/>
            <p:cNvSpPr>
              <a:spLocks/>
            </p:cNvSpPr>
            <p:nvPr userDrawn="1"/>
          </p:nvSpPr>
          <p:spPr bwMode="auto">
            <a:xfrm>
              <a:off x="6634163" y="5500688"/>
              <a:ext cx="784225" cy="889000"/>
            </a:xfrm>
            <a:custGeom>
              <a:avLst/>
              <a:gdLst>
                <a:gd name="T0" fmla="*/ 268 w 268"/>
                <a:gd name="T1" fmla="*/ 108 h 303"/>
                <a:gd name="T2" fmla="*/ 62 w 268"/>
                <a:gd name="T3" fmla="*/ 46 h 303"/>
                <a:gd name="T4" fmla="*/ 0 w 268"/>
                <a:gd name="T5" fmla="*/ 241 h 303"/>
                <a:gd name="T6" fmla="*/ 206 w 268"/>
                <a:gd name="T7" fmla="*/ 303 h 303"/>
                <a:gd name="T8" fmla="*/ 268 w 268"/>
                <a:gd name="T9" fmla="*/ 108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" h="303">
                  <a:moveTo>
                    <a:pt x="268" y="108"/>
                  </a:moveTo>
                  <a:cubicBezTo>
                    <a:pt x="190" y="0"/>
                    <a:pt x="62" y="46"/>
                    <a:pt x="62" y="46"/>
                  </a:cubicBezTo>
                  <a:cubicBezTo>
                    <a:pt x="0" y="241"/>
                    <a:pt x="0" y="241"/>
                    <a:pt x="0" y="241"/>
                  </a:cubicBezTo>
                  <a:cubicBezTo>
                    <a:pt x="0" y="241"/>
                    <a:pt x="128" y="195"/>
                    <a:pt x="206" y="303"/>
                  </a:cubicBezTo>
                  <a:lnTo>
                    <a:pt x="268" y="108"/>
                  </a:ln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93" name="任意多边形: 形状 192"/>
            <p:cNvSpPr>
              <a:spLocks/>
            </p:cNvSpPr>
            <p:nvPr userDrawn="1"/>
          </p:nvSpPr>
          <p:spPr bwMode="auto">
            <a:xfrm>
              <a:off x="6808788" y="5919788"/>
              <a:ext cx="412750" cy="214313"/>
            </a:xfrm>
            <a:custGeom>
              <a:avLst/>
              <a:gdLst>
                <a:gd name="T0" fmla="*/ 0 w 141"/>
                <a:gd name="T1" fmla="*/ 31 h 73"/>
                <a:gd name="T2" fmla="*/ 141 w 141"/>
                <a:gd name="T3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1" h="73">
                  <a:moveTo>
                    <a:pt x="0" y="31"/>
                  </a:moveTo>
                  <a:cubicBezTo>
                    <a:pt x="0" y="31"/>
                    <a:pt x="88" y="0"/>
                    <a:pt x="141" y="73"/>
                  </a:cubicBez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94" name="任意多边形: 形状 193"/>
            <p:cNvSpPr>
              <a:spLocks/>
            </p:cNvSpPr>
            <p:nvPr userDrawn="1"/>
          </p:nvSpPr>
          <p:spPr bwMode="auto">
            <a:xfrm>
              <a:off x="6873876" y="5718175"/>
              <a:ext cx="409575" cy="217488"/>
            </a:xfrm>
            <a:custGeom>
              <a:avLst/>
              <a:gdLst>
                <a:gd name="T0" fmla="*/ 0 w 140"/>
                <a:gd name="T1" fmla="*/ 31 h 74"/>
                <a:gd name="T2" fmla="*/ 140 w 140"/>
                <a:gd name="T3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0" h="74">
                  <a:moveTo>
                    <a:pt x="0" y="31"/>
                  </a:moveTo>
                  <a:cubicBezTo>
                    <a:pt x="0" y="31"/>
                    <a:pt x="87" y="0"/>
                    <a:pt x="140" y="74"/>
                  </a:cubicBez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95" name="任意多边形: 形状 194"/>
            <p:cNvSpPr>
              <a:spLocks/>
            </p:cNvSpPr>
            <p:nvPr userDrawn="1"/>
          </p:nvSpPr>
          <p:spPr bwMode="auto">
            <a:xfrm>
              <a:off x="3586163" y="5573713"/>
              <a:ext cx="519113" cy="231775"/>
            </a:xfrm>
            <a:custGeom>
              <a:avLst/>
              <a:gdLst>
                <a:gd name="T0" fmla="*/ 0 w 327"/>
                <a:gd name="T1" fmla="*/ 60 h 146"/>
                <a:gd name="T2" fmla="*/ 310 w 327"/>
                <a:gd name="T3" fmla="*/ 146 h 146"/>
                <a:gd name="T4" fmla="*/ 327 w 327"/>
                <a:gd name="T5" fmla="*/ 87 h 146"/>
                <a:gd name="T6" fmla="*/ 19 w 327"/>
                <a:gd name="T7" fmla="*/ 0 h 146"/>
                <a:gd name="T8" fmla="*/ 0 w 327"/>
                <a:gd name="T9" fmla="*/ 60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146">
                  <a:moveTo>
                    <a:pt x="0" y="60"/>
                  </a:moveTo>
                  <a:lnTo>
                    <a:pt x="310" y="146"/>
                  </a:lnTo>
                  <a:lnTo>
                    <a:pt x="327" y="87"/>
                  </a:lnTo>
                  <a:lnTo>
                    <a:pt x="19" y="0"/>
                  </a:lnTo>
                  <a:lnTo>
                    <a:pt x="0" y="6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96" name="任意多边形: 形状 195"/>
            <p:cNvSpPr>
              <a:spLocks/>
            </p:cNvSpPr>
            <p:nvPr userDrawn="1"/>
          </p:nvSpPr>
          <p:spPr bwMode="auto">
            <a:xfrm>
              <a:off x="3422651" y="5680075"/>
              <a:ext cx="612775" cy="903288"/>
            </a:xfrm>
            <a:custGeom>
              <a:avLst/>
              <a:gdLst>
                <a:gd name="T0" fmla="*/ 60 w 209"/>
                <a:gd name="T1" fmla="*/ 297 h 308"/>
                <a:gd name="T2" fmla="*/ 60 w 209"/>
                <a:gd name="T3" fmla="*/ 297 h 308"/>
                <a:gd name="T4" fmla="*/ 149 w 209"/>
                <a:gd name="T5" fmla="*/ 248 h 308"/>
                <a:gd name="T6" fmla="*/ 209 w 209"/>
                <a:gd name="T7" fmla="*/ 39 h 308"/>
                <a:gd name="T8" fmla="*/ 71 w 209"/>
                <a:gd name="T9" fmla="*/ 0 h 308"/>
                <a:gd name="T10" fmla="*/ 11 w 209"/>
                <a:gd name="T11" fmla="*/ 210 h 308"/>
                <a:gd name="T12" fmla="*/ 60 w 209"/>
                <a:gd name="T13" fmla="*/ 297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9" h="308">
                  <a:moveTo>
                    <a:pt x="60" y="297"/>
                  </a:moveTo>
                  <a:cubicBezTo>
                    <a:pt x="60" y="297"/>
                    <a:pt x="60" y="297"/>
                    <a:pt x="60" y="297"/>
                  </a:cubicBezTo>
                  <a:cubicBezTo>
                    <a:pt x="98" y="308"/>
                    <a:pt x="138" y="286"/>
                    <a:pt x="149" y="248"/>
                  </a:cubicBezTo>
                  <a:cubicBezTo>
                    <a:pt x="209" y="39"/>
                    <a:pt x="209" y="39"/>
                    <a:pt x="209" y="39"/>
                  </a:cubicBezTo>
                  <a:cubicBezTo>
                    <a:pt x="71" y="0"/>
                    <a:pt x="71" y="0"/>
                    <a:pt x="71" y="0"/>
                  </a:cubicBezTo>
                  <a:cubicBezTo>
                    <a:pt x="11" y="210"/>
                    <a:pt x="11" y="210"/>
                    <a:pt x="11" y="210"/>
                  </a:cubicBezTo>
                  <a:cubicBezTo>
                    <a:pt x="0" y="247"/>
                    <a:pt x="22" y="286"/>
                    <a:pt x="60" y="29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97" name="任意多边形: 形状 196"/>
            <p:cNvSpPr>
              <a:spLocks/>
            </p:cNvSpPr>
            <p:nvPr userDrawn="1"/>
          </p:nvSpPr>
          <p:spPr bwMode="auto">
            <a:xfrm>
              <a:off x="3543301" y="5683250"/>
              <a:ext cx="427038" cy="412750"/>
            </a:xfrm>
            <a:custGeom>
              <a:avLst/>
              <a:gdLst>
                <a:gd name="T0" fmla="*/ 116 w 146"/>
                <a:gd name="T1" fmla="*/ 137 h 141"/>
                <a:gd name="T2" fmla="*/ 92 w 146"/>
                <a:gd name="T3" fmla="*/ 135 h 141"/>
                <a:gd name="T4" fmla="*/ 56 w 146"/>
                <a:gd name="T5" fmla="*/ 138 h 141"/>
                <a:gd name="T6" fmla="*/ 29 w 146"/>
                <a:gd name="T7" fmla="*/ 121 h 141"/>
                <a:gd name="T8" fmla="*/ 0 w 146"/>
                <a:gd name="T9" fmla="*/ 110 h 141"/>
                <a:gd name="T10" fmla="*/ 32 w 146"/>
                <a:gd name="T11" fmla="*/ 0 h 141"/>
                <a:gd name="T12" fmla="*/ 146 w 146"/>
                <a:gd name="T13" fmla="*/ 32 h 141"/>
                <a:gd name="T14" fmla="*/ 117 w 146"/>
                <a:gd name="T15" fmla="*/ 13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6" h="141">
                  <a:moveTo>
                    <a:pt x="116" y="137"/>
                  </a:moveTo>
                  <a:cubicBezTo>
                    <a:pt x="108" y="135"/>
                    <a:pt x="101" y="134"/>
                    <a:pt x="92" y="135"/>
                  </a:cubicBezTo>
                  <a:cubicBezTo>
                    <a:pt x="80" y="136"/>
                    <a:pt x="68" y="141"/>
                    <a:pt x="56" y="138"/>
                  </a:cubicBezTo>
                  <a:cubicBezTo>
                    <a:pt x="46" y="135"/>
                    <a:pt x="38" y="127"/>
                    <a:pt x="29" y="121"/>
                  </a:cubicBezTo>
                  <a:cubicBezTo>
                    <a:pt x="21" y="114"/>
                    <a:pt x="11" y="108"/>
                    <a:pt x="0" y="11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146" y="32"/>
                    <a:pt x="146" y="32"/>
                    <a:pt x="146" y="32"/>
                  </a:cubicBezTo>
                  <a:cubicBezTo>
                    <a:pt x="117" y="132"/>
                    <a:pt x="117" y="132"/>
                    <a:pt x="117" y="132"/>
                  </a:cubicBezTo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98" name="任意多边形: 形状 197"/>
            <p:cNvSpPr>
              <a:spLocks/>
            </p:cNvSpPr>
            <p:nvPr userDrawn="1"/>
          </p:nvSpPr>
          <p:spPr bwMode="auto">
            <a:xfrm>
              <a:off x="3568701" y="6051550"/>
              <a:ext cx="114300" cy="112713"/>
            </a:xfrm>
            <a:custGeom>
              <a:avLst/>
              <a:gdLst>
                <a:gd name="T0" fmla="*/ 3 w 39"/>
                <a:gd name="T1" fmla="*/ 14 h 38"/>
                <a:gd name="T2" fmla="*/ 15 w 39"/>
                <a:gd name="T3" fmla="*/ 35 h 38"/>
                <a:gd name="T4" fmla="*/ 36 w 39"/>
                <a:gd name="T5" fmla="*/ 24 h 38"/>
                <a:gd name="T6" fmla="*/ 24 w 39"/>
                <a:gd name="T7" fmla="*/ 2 h 38"/>
                <a:gd name="T8" fmla="*/ 3 w 39"/>
                <a:gd name="T9" fmla="*/ 14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38">
                  <a:moveTo>
                    <a:pt x="3" y="14"/>
                  </a:moveTo>
                  <a:cubicBezTo>
                    <a:pt x="0" y="23"/>
                    <a:pt x="5" y="33"/>
                    <a:pt x="15" y="35"/>
                  </a:cubicBezTo>
                  <a:cubicBezTo>
                    <a:pt x="24" y="38"/>
                    <a:pt x="34" y="33"/>
                    <a:pt x="36" y="24"/>
                  </a:cubicBezTo>
                  <a:cubicBezTo>
                    <a:pt x="39" y="14"/>
                    <a:pt x="34" y="5"/>
                    <a:pt x="24" y="2"/>
                  </a:cubicBezTo>
                  <a:cubicBezTo>
                    <a:pt x="15" y="0"/>
                    <a:pt x="5" y="5"/>
                    <a:pt x="3" y="14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99" name="任意多边形: 形状 198"/>
            <p:cNvSpPr>
              <a:spLocks/>
            </p:cNvSpPr>
            <p:nvPr userDrawn="1"/>
          </p:nvSpPr>
          <p:spPr bwMode="auto">
            <a:xfrm>
              <a:off x="3484563" y="6257925"/>
              <a:ext cx="93663" cy="90488"/>
            </a:xfrm>
            <a:custGeom>
              <a:avLst/>
              <a:gdLst>
                <a:gd name="T0" fmla="*/ 2 w 32"/>
                <a:gd name="T1" fmla="*/ 11 h 31"/>
                <a:gd name="T2" fmla="*/ 12 w 32"/>
                <a:gd name="T3" fmla="*/ 29 h 31"/>
                <a:gd name="T4" fmla="*/ 30 w 32"/>
                <a:gd name="T5" fmla="*/ 19 h 31"/>
                <a:gd name="T6" fmla="*/ 20 w 32"/>
                <a:gd name="T7" fmla="*/ 2 h 31"/>
                <a:gd name="T8" fmla="*/ 2 w 32"/>
                <a:gd name="T9" fmla="*/ 1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31">
                  <a:moveTo>
                    <a:pt x="2" y="11"/>
                  </a:moveTo>
                  <a:cubicBezTo>
                    <a:pt x="0" y="19"/>
                    <a:pt x="5" y="27"/>
                    <a:pt x="12" y="29"/>
                  </a:cubicBezTo>
                  <a:cubicBezTo>
                    <a:pt x="20" y="31"/>
                    <a:pt x="28" y="26"/>
                    <a:pt x="30" y="19"/>
                  </a:cubicBezTo>
                  <a:cubicBezTo>
                    <a:pt x="32" y="12"/>
                    <a:pt x="27" y="4"/>
                    <a:pt x="20" y="2"/>
                  </a:cubicBezTo>
                  <a:cubicBezTo>
                    <a:pt x="12" y="0"/>
                    <a:pt x="5" y="4"/>
                    <a:pt x="2" y="11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00" name="任意多边形: 形状 199"/>
            <p:cNvSpPr>
              <a:spLocks/>
            </p:cNvSpPr>
            <p:nvPr userDrawn="1"/>
          </p:nvSpPr>
          <p:spPr bwMode="auto">
            <a:xfrm>
              <a:off x="3675063" y="6216650"/>
              <a:ext cx="166688" cy="163513"/>
            </a:xfrm>
            <a:custGeom>
              <a:avLst/>
              <a:gdLst>
                <a:gd name="T0" fmla="*/ 4 w 57"/>
                <a:gd name="T1" fmla="*/ 21 h 56"/>
                <a:gd name="T2" fmla="*/ 21 w 57"/>
                <a:gd name="T3" fmla="*/ 53 h 56"/>
                <a:gd name="T4" fmla="*/ 53 w 57"/>
                <a:gd name="T5" fmla="*/ 35 h 56"/>
                <a:gd name="T6" fmla="*/ 35 w 57"/>
                <a:gd name="T7" fmla="*/ 4 h 56"/>
                <a:gd name="T8" fmla="*/ 4 w 57"/>
                <a:gd name="T9" fmla="*/ 21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" h="56">
                  <a:moveTo>
                    <a:pt x="4" y="21"/>
                  </a:moveTo>
                  <a:cubicBezTo>
                    <a:pt x="0" y="35"/>
                    <a:pt x="8" y="49"/>
                    <a:pt x="21" y="53"/>
                  </a:cubicBezTo>
                  <a:cubicBezTo>
                    <a:pt x="35" y="56"/>
                    <a:pt x="49" y="49"/>
                    <a:pt x="53" y="35"/>
                  </a:cubicBezTo>
                  <a:cubicBezTo>
                    <a:pt x="57" y="22"/>
                    <a:pt x="49" y="8"/>
                    <a:pt x="35" y="4"/>
                  </a:cubicBezTo>
                  <a:cubicBezTo>
                    <a:pt x="22" y="0"/>
                    <a:pt x="8" y="8"/>
                    <a:pt x="4" y="21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01" name="任意多边形: 形状 200"/>
            <p:cNvSpPr>
              <a:spLocks/>
            </p:cNvSpPr>
            <p:nvPr userDrawn="1"/>
          </p:nvSpPr>
          <p:spPr bwMode="auto">
            <a:xfrm>
              <a:off x="3422651" y="5680075"/>
              <a:ext cx="612775" cy="903288"/>
            </a:xfrm>
            <a:custGeom>
              <a:avLst/>
              <a:gdLst>
                <a:gd name="T0" fmla="*/ 60 w 209"/>
                <a:gd name="T1" fmla="*/ 297 h 308"/>
                <a:gd name="T2" fmla="*/ 60 w 209"/>
                <a:gd name="T3" fmla="*/ 297 h 308"/>
                <a:gd name="T4" fmla="*/ 149 w 209"/>
                <a:gd name="T5" fmla="*/ 248 h 308"/>
                <a:gd name="T6" fmla="*/ 209 w 209"/>
                <a:gd name="T7" fmla="*/ 39 h 308"/>
                <a:gd name="T8" fmla="*/ 71 w 209"/>
                <a:gd name="T9" fmla="*/ 0 h 308"/>
                <a:gd name="T10" fmla="*/ 11 w 209"/>
                <a:gd name="T11" fmla="*/ 210 h 308"/>
                <a:gd name="T12" fmla="*/ 60 w 209"/>
                <a:gd name="T13" fmla="*/ 297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9" h="308">
                  <a:moveTo>
                    <a:pt x="60" y="297"/>
                  </a:moveTo>
                  <a:cubicBezTo>
                    <a:pt x="60" y="297"/>
                    <a:pt x="60" y="297"/>
                    <a:pt x="60" y="297"/>
                  </a:cubicBezTo>
                  <a:cubicBezTo>
                    <a:pt x="98" y="308"/>
                    <a:pt x="138" y="286"/>
                    <a:pt x="149" y="248"/>
                  </a:cubicBezTo>
                  <a:cubicBezTo>
                    <a:pt x="209" y="39"/>
                    <a:pt x="209" y="39"/>
                    <a:pt x="209" y="39"/>
                  </a:cubicBezTo>
                  <a:cubicBezTo>
                    <a:pt x="71" y="0"/>
                    <a:pt x="71" y="0"/>
                    <a:pt x="71" y="0"/>
                  </a:cubicBezTo>
                  <a:cubicBezTo>
                    <a:pt x="11" y="210"/>
                    <a:pt x="11" y="210"/>
                    <a:pt x="11" y="210"/>
                  </a:cubicBezTo>
                  <a:cubicBezTo>
                    <a:pt x="0" y="247"/>
                    <a:pt x="22" y="286"/>
                    <a:pt x="60" y="297"/>
                  </a:cubicBez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02" name="任意多边形: 形状 201"/>
            <p:cNvSpPr>
              <a:spLocks/>
            </p:cNvSpPr>
            <p:nvPr userDrawn="1"/>
          </p:nvSpPr>
          <p:spPr bwMode="auto">
            <a:xfrm>
              <a:off x="3551238" y="5534025"/>
              <a:ext cx="519113" cy="230188"/>
            </a:xfrm>
            <a:custGeom>
              <a:avLst/>
              <a:gdLst>
                <a:gd name="T0" fmla="*/ 0 w 327"/>
                <a:gd name="T1" fmla="*/ 59 h 145"/>
                <a:gd name="T2" fmla="*/ 310 w 327"/>
                <a:gd name="T3" fmla="*/ 145 h 145"/>
                <a:gd name="T4" fmla="*/ 327 w 327"/>
                <a:gd name="T5" fmla="*/ 86 h 145"/>
                <a:gd name="T6" fmla="*/ 19 w 327"/>
                <a:gd name="T7" fmla="*/ 0 h 145"/>
                <a:gd name="T8" fmla="*/ 0 w 327"/>
                <a:gd name="T9" fmla="*/ 59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145">
                  <a:moveTo>
                    <a:pt x="0" y="59"/>
                  </a:moveTo>
                  <a:lnTo>
                    <a:pt x="310" y="145"/>
                  </a:lnTo>
                  <a:lnTo>
                    <a:pt x="327" y="86"/>
                  </a:lnTo>
                  <a:lnTo>
                    <a:pt x="19" y="0"/>
                  </a:lnTo>
                  <a:lnTo>
                    <a:pt x="0" y="59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03" name="任意多边形: 形状 202"/>
            <p:cNvSpPr>
              <a:spLocks/>
            </p:cNvSpPr>
            <p:nvPr userDrawn="1"/>
          </p:nvSpPr>
          <p:spPr bwMode="auto">
            <a:xfrm>
              <a:off x="3586163" y="5573713"/>
              <a:ext cx="519113" cy="231775"/>
            </a:xfrm>
            <a:custGeom>
              <a:avLst/>
              <a:gdLst>
                <a:gd name="T0" fmla="*/ 0 w 327"/>
                <a:gd name="T1" fmla="*/ 60 h 146"/>
                <a:gd name="T2" fmla="*/ 310 w 327"/>
                <a:gd name="T3" fmla="*/ 146 h 146"/>
                <a:gd name="T4" fmla="*/ 327 w 327"/>
                <a:gd name="T5" fmla="*/ 87 h 146"/>
                <a:gd name="T6" fmla="*/ 19 w 327"/>
                <a:gd name="T7" fmla="*/ 0 h 146"/>
                <a:gd name="T8" fmla="*/ 0 w 327"/>
                <a:gd name="T9" fmla="*/ 60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146">
                  <a:moveTo>
                    <a:pt x="0" y="60"/>
                  </a:moveTo>
                  <a:lnTo>
                    <a:pt x="310" y="146"/>
                  </a:lnTo>
                  <a:lnTo>
                    <a:pt x="327" y="87"/>
                  </a:lnTo>
                  <a:lnTo>
                    <a:pt x="19" y="0"/>
                  </a:lnTo>
                  <a:lnTo>
                    <a:pt x="0" y="60"/>
                  </a:ln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04" name="任意多边形: 形状 203"/>
            <p:cNvSpPr>
              <a:spLocks/>
            </p:cNvSpPr>
            <p:nvPr userDrawn="1"/>
          </p:nvSpPr>
          <p:spPr bwMode="auto">
            <a:xfrm>
              <a:off x="3543301" y="5999163"/>
              <a:ext cx="392113" cy="117475"/>
            </a:xfrm>
            <a:custGeom>
              <a:avLst/>
              <a:gdLst>
                <a:gd name="T0" fmla="*/ 134 w 134"/>
                <a:gd name="T1" fmla="*/ 40 h 40"/>
                <a:gd name="T2" fmla="*/ 92 w 134"/>
                <a:gd name="T3" fmla="*/ 27 h 40"/>
                <a:gd name="T4" fmla="*/ 56 w 134"/>
                <a:gd name="T5" fmla="*/ 30 h 40"/>
                <a:gd name="T6" fmla="*/ 29 w 134"/>
                <a:gd name="T7" fmla="*/ 13 h 40"/>
                <a:gd name="T8" fmla="*/ 0 w 134"/>
                <a:gd name="T9" fmla="*/ 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4" h="40">
                  <a:moveTo>
                    <a:pt x="134" y="40"/>
                  </a:moveTo>
                  <a:cubicBezTo>
                    <a:pt x="122" y="30"/>
                    <a:pt x="108" y="25"/>
                    <a:pt x="92" y="27"/>
                  </a:cubicBezTo>
                  <a:cubicBezTo>
                    <a:pt x="80" y="28"/>
                    <a:pt x="68" y="33"/>
                    <a:pt x="56" y="30"/>
                  </a:cubicBezTo>
                  <a:cubicBezTo>
                    <a:pt x="46" y="27"/>
                    <a:pt x="38" y="19"/>
                    <a:pt x="29" y="13"/>
                  </a:cubicBezTo>
                  <a:cubicBezTo>
                    <a:pt x="21" y="6"/>
                    <a:pt x="11" y="0"/>
                    <a:pt x="0" y="2"/>
                  </a:cubicBez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05" name="任意多边形: 形状 204"/>
            <p:cNvSpPr>
              <a:spLocks/>
            </p:cNvSpPr>
            <p:nvPr userDrawn="1"/>
          </p:nvSpPr>
          <p:spPr bwMode="auto">
            <a:xfrm>
              <a:off x="3606801" y="6078538"/>
              <a:ext cx="117475" cy="111125"/>
            </a:xfrm>
            <a:custGeom>
              <a:avLst/>
              <a:gdLst>
                <a:gd name="T0" fmla="*/ 3 w 40"/>
                <a:gd name="T1" fmla="*/ 14 h 38"/>
                <a:gd name="T2" fmla="*/ 15 w 40"/>
                <a:gd name="T3" fmla="*/ 36 h 38"/>
                <a:gd name="T4" fmla="*/ 37 w 40"/>
                <a:gd name="T5" fmla="*/ 24 h 38"/>
                <a:gd name="T6" fmla="*/ 25 w 40"/>
                <a:gd name="T7" fmla="*/ 2 h 38"/>
                <a:gd name="T8" fmla="*/ 3 w 40"/>
                <a:gd name="T9" fmla="*/ 14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38">
                  <a:moveTo>
                    <a:pt x="3" y="14"/>
                  </a:moveTo>
                  <a:cubicBezTo>
                    <a:pt x="0" y="23"/>
                    <a:pt x="6" y="33"/>
                    <a:pt x="15" y="36"/>
                  </a:cubicBezTo>
                  <a:cubicBezTo>
                    <a:pt x="24" y="38"/>
                    <a:pt x="34" y="33"/>
                    <a:pt x="37" y="24"/>
                  </a:cubicBezTo>
                  <a:cubicBezTo>
                    <a:pt x="40" y="14"/>
                    <a:pt x="34" y="5"/>
                    <a:pt x="25" y="2"/>
                  </a:cubicBezTo>
                  <a:cubicBezTo>
                    <a:pt x="15" y="0"/>
                    <a:pt x="6" y="5"/>
                    <a:pt x="3" y="14"/>
                  </a:cubicBez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06" name="任意多边形: 形状 205"/>
            <p:cNvSpPr>
              <a:spLocks/>
            </p:cNvSpPr>
            <p:nvPr userDrawn="1"/>
          </p:nvSpPr>
          <p:spPr bwMode="auto">
            <a:xfrm>
              <a:off x="3525838" y="6283325"/>
              <a:ext cx="90488" cy="90488"/>
            </a:xfrm>
            <a:custGeom>
              <a:avLst/>
              <a:gdLst>
                <a:gd name="T0" fmla="*/ 2 w 31"/>
                <a:gd name="T1" fmla="*/ 11 h 31"/>
                <a:gd name="T2" fmla="*/ 12 w 31"/>
                <a:gd name="T3" fmla="*/ 29 h 31"/>
                <a:gd name="T4" fmla="*/ 29 w 31"/>
                <a:gd name="T5" fmla="*/ 19 h 31"/>
                <a:gd name="T6" fmla="*/ 19 w 31"/>
                <a:gd name="T7" fmla="*/ 2 h 31"/>
                <a:gd name="T8" fmla="*/ 2 w 31"/>
                <a:gd name="T9" fmla="*/ 1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1">
                  <a:moveTo>
                    <a:pt x="2" y="11"/>
                  </a:moveTo>
                  <a:cubicBezTo>
                    <a:pt x="0" y="19"/>
                    <a:pt x="4" y="27"/>
                    <a:pt x="12" y="29"/>
                  </a:cubicBezTo>
                  <a:cubicBezTo>
                    <a:pt x="19" y="31"/>
                    <a:pt x="27" y="27"/>
                    <a:pt x="29" y="19"/>
                  </a:cubicBezTo>
                  <a:cubicBezTo>
                    <a:pt x="31" y="12"/>
                    <a:pt x="27" y="4"/>
                    <a:pt x="19" y="2"/>
                  </a:cubicBezTo>
                  <a:cubicBezTo>
                    <a:pt x="12" y="0"/>
                    <a:pt x="4" y="4"/>
                    <a:pt x="2" y="11"/>
                  </a:cubicBez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07" name="任意多边形: 形状 206"/>
            <p:cNvSpPr>
              <a:spLocks/>
            </p:cNvSpPr>
            <p:nvPr userDrawn="1"/>
          </p:nvSpPr>
          <p:spPr bwMode="auto">
            <a:xfrm>
              <a:off x="3716338" y="6242050"/>
              <a:ext cx="163513" cy="165100"/>
            </a:xfrm>
            <a:custGeom>
              <a:avLst/>
              <a:gdLst>
                <a:gd name="T0" fmla="*/ 3 w 56"/>
                <a:gd name="T1" fmla="*/ 21 h 56"/>
                <a:gd name="T2" fmla="*/ 21 w 56"/>
                <a:gd name="T3" fmla="*/ 53 h 56"/>
                <a:gd name="T4" fmla="*/ 53 w 56"/>
                <a:gd name="T5" fmla="*/ 35 h 56"/>
                <a:gd name="T6" fmla="*/ 35 w 56"/>
                <a:gd name="T7" fmla="*/ 4 h 56"/>
                <a:gd name="T8" fmla="*/ 3 w 56"/>
                <a:gd name="T9" fmla="*/ 21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" h="56">
                  <a:moveTo>
                    <a:pt x="3" y="21"/>
                  </a:moveTo>
                  <a:cubicBezTo>
                    <a:pt x="0" y="35"/>
                    <a:pt x="7" y="49"/>
                    <a:pt x="21" y="53"/>
                  </a:cubicBezTo>
                  <a:cubicBezTo>
                    <a:pt x="35" y="56"/>
                    <a:pt x="49" y="49"/>
                    <a:pt x="53" y="35"/>
                  </a:cubicBezTo>
                  <a:cubicBezTo>
                    <a:pt x="56" y="22"/>
                    <a:pt x="49" y="8"/>
                    <a:pt x="35" y="4"/>
                  </a:cubicBezTo>
                  <a:cubicBezTo>
                    <a:pt x="21" y="0"/>
                    <a:pt x="7" y="8"/>
                    <a:pt x="3" y="21"/>
                  </a:cubicBez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08" name="任意多边形: 形状 207"/>
            <p:cNvSpPr>
              <a:spLocks/>
            </p:cNvSpPr>
            <p:nvPr userDrawn="1"/>
          </p:nvSpPr>
          <p:spPr bwMode="auto">
            <a:xfrm>
              <a:off x="3609976" y="5756275"/>
              <a:ext cx="117475" cy="31750"/>
            </a:xfrm>
            <a:custGeom>
              <a:avLst/>
              <a:gdLst>
                <a:gd name="T0" fmla="*/ 0 w 74"/>
                <a:gd name="T1" fmla="*/ 0 h 20"/>
                <a:gd name="T2" fmla="*/ 74 w 74"/>
                <a:gd name="T3" fmla="*/ 20 h 20"/>
                <a:gd name="T4" fmla="*/ 0 w 74"/>
                <a:gd name="T5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4" h="20">
                  <a:moveTo>
                    <a:pt x="0" y="0"/>
                  </a:moveTo>
                  <a:lnTo>
                    <a:pt x="74" y="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09" name="直接连接符 208"/>
            <p:cNvSpPr>
              <a:spLocks noChangeShapeType="1"/>
            </p:cNvSpPr>
            <p:nvPr userDrawn="1"/>
          </p:nvSpPr>
          <p:spPr bwMode="auto">
            <a:xfrm>
              <a:off x="3609976" y="5756275"/>
              <a:ext cx="117475" cy="31750"/>
            </a:xfrm>
            <a:prstGeom prst="line">
              <a:avLst/>
            </a:pr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10" name="任意多边形: 形状 209"/>
            <p:cNvSpPr>
              <a:spLocks/>
            </p:cNvSpPr>
            <p:nvPr userDrawn="1"/>
          </p:nvSpPr>
          <p:spPr bwMode="auto">
            <a:xfrm>
              <a:off x="3586163" y="5835650"/>
              <a:ext cx="76200" cy="20638"/>
            </a:xfrm>
            <a:custGeom>
              <a:avLst/>
              <a:gdLst>
                <a:gd name="T0" fmla="*/ 0 w 48"/>
                <a:gd name="T1" fmla="*/ 0 h 13"/>
                <a:gd name="T2" fmla="*/ 48 w 48"/>
                <a:gd name="T3" fmla="*/ 13 h 13"/>
                <a:gd name="T4" fmla="*/ 0 w 48"/>
                <a:gd name="T5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8" h="13">
                  <a:moveTo>
                    <a:pt x="0" y="0"/>
                  </a:moveTo>
                  <a:lnTo>
                    <a:pt x="48" y="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11" name="直接连接符 210"/>
            <p:cNvSpPr>
              <a:spLocks noChangeShapeType="1"/>
            </p:cNvSpPr>
            <p:nvPr userDrawn="1"/>
          </p:nvSpPr>
          <p:spPr bwMode="auto">
            <a:xfrm>
              <a:off x="3586163" y="5835650"/>
              <a:ext cx="76200" cy="20638"/>
            </a:xfrm>
            <a:prstGeom prst="line">
              <a:avLst/>
            </a:pr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12" name="任意多边形: 形状 211"/>
            <p:cNvSpPr>
              <a:spLocks/>
            </p:cNvSpPr>
            <p:nvPr userDrawn="1"/>
          </p:nvSpPr>
          <p:spPr bwMode="auto">
            <a:xfrm>
              <a:off x="3563938" y="5915025"/>
              <a:ext cx="117475" cy="31750"/>
            </a:xfrm>
            <a:custGeom>
              <a:avLst/>
              <a:gdLst>
                <a:gd name="T0" fmla="*/ 0 w 74"/>
                <a:gd name="T1" fmla="*/ 0 h 20"/>
                <a:gd name="T2" fmla="*/ 74 w 74"/>
                <a:gd name="T3" fmla="*/ 20 h 20"/>
                <a:gd name="T4" fmla="*/ 0 w 74"/>
                <a:gd name="T5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4" h="20">
                  <a:moveTo>
                    <a:pt x="0" y="0"/>
                  </a:moveTo>
                  <a:lnTo>
                    <a:pt x="74" y="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13" name="直接连接符 212"/>
            <p:cNvSpPr>
              <a:spLocks noChangeShapeType="1"/>
            </p:cNvSpPr>
            <p:nvPr userDrawn="1"/>
          </p:nvSpPr>
          <p:spPr bwMode="auto">
            <a:xfrm>
              <a:off x="3563938" y="5915025"/>
              <a:ext cx="117475" cy="31750"/>
            </a:xfrm>
            <a:prstGeom prst="line">
              <a:avLst/>
            </a:pr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14" name="任意多边形: 形状 213"/>
            <p:cNvSpPr>
              <a:spLocks/>
            </p:cNvSpPr>
            <p:nvPr userDrawn="1"/>
          </p:nvSpPr>
          <p:spPr bwMode="auto">
            <a:xfrm>
              <a:off x="10617201" y="5029200"/>
              <a:ext cx="647700" cy="377825"/>
            </a:xfrm>
            <a:custGeom>
              <a:avLst/>
              <a:gdLst>
                <a:gd name="T0" fmla="*/ 33 w 408"/>
                <a:gd name="T1" fmla="*/ 238 h 238"/>
                <a:gd name="T2" fmla="*/ 408 w 408"/>
                <a:gd name="T3" fmla="*/ 72 h 238"/>
                <a:gd name="T4" fmla="*/ 377 w 408"/>
                <a:gd name="T5" fmla="*/ 0 h 238"/>
                <a:gd name="T6" fmla="*/ 0 w 408"/>
                <a:gd name="T7" fmla="*/ 166 h 238"/>
                <a:gd name="T8" fmla="*/ 33 w 408"/>
                <a:gd name="T9" fmla="*/ 238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8" h="238">
                  <a:moveTo>
                    <a:pt x="33" y="238"/>
                  </a:moveTo>
                  <a:lnTo>
                    <a:pt x="408" y="72"/>
                  </a:lnTo>
                  <a:lnTo>
                    <a:pt x="377" y="0"/>
                  </a:lnTo>
                  <a:lnTo>
                    <a:pt x="0" y="166"/>
                  </a:lnTo>
                  <a:lnTo>
                    <a:pt x="33" y="2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15" name="任意多边形: 形状 214"/>
            <p:cNvSpPr>
              <a:spLocks/>
            </p:cNvSpPr>
            <p:nvPr userDrawn="1"/>
          </p:nvSpPr>
          <p:spPr bwMode="auto">
            <a:xfrm>
              <a:off x="10723563" y="5167313"/>
              <a:ext cx="890588" cy="1157288"/>
            </a:xfrm>
            <a:custGeom>
              <a:avLst/>
              <a:gdLst>
                <a:gd name="T0" fmla="*/ 237 w 304"/>
                <a:gd name="T1" fmla="*/ 374 h 395"/>
                <a:gd name="T2" fmla="*/ 237 w 304"/>
                <a:gd name="T3" fmla="*/ 374 h 395"/>
                <a:gd name="T4" fmla="*/ 283 w 304"/>
                <a:gd name="T5" fmla="*/ 254 h 395"/>
                <a:gd name="T6" fmla="*/ 167 w 304"/>
                <a:gd name="T7" fmla="*/ 0 h 395"/>
                <a:gd name="T8" fmla="*/ 0 w 304"/>
                <a:gd name="T9" fmla="*/ 74 h 395"/>
                <a:gd name="T10" fmla="*/ 115 w 304"/>
                <a:gd name="T11" fmla="*/ 329 h 395"/>
                <a:gd name="T12" fmla="*/ 237 w 304"/>
                <a:gd name="T13" fmla="*/ 374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4" h="395">
                  <a:moveTo>
                    <a:pt x="237" y="374"/>
                  </a:moveTo>
                  <a:cubicBezTo>
                    <a:pt x="237" y="374"/>
                    <a:pt x="237" y="374"/>
                    <a:pt x="237" y="374"/>
                  </a:cubicBezTo>
                  <a:cubicBezTo>
                    <a:pt x="283" y="354"/>
                    <a:pt x="304" y="300"/>
                    <a:pt x="283" y="254"/>
                  </a:cubicBezTo>
                  <a:cubicBezTo>
                    <a:pt x="167" y="0"/>
                    <a:pt x="167" y="0"/>
                    <a:pt x="167" y="0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115" y="329"/>
                    <a:pt x="115" y="329"/>
                    <a:pt x="115" y="329"/>
                  </a:cubicBezTo>
                  <a:cubicBezTo>
                    <a:pt x="136" y="374"/>
                    <a:pt x="190" y="395"/>
                    <a:pt x="237" y="37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16" name="任意多边形: 形状 215"/>
            <p:cNvSpPr>
              <a:spLocks/>
            </p:cNvSpPr>
            <p:nvPr userDrawn="1"/>
          </p:nvSpPr>
          <p:spPr bwMode="auto">
            <a:xfrm>
              <a:off x="10728326" y="5202238"/>
              <a:ext cx="577850" cy="571500"/>
            </a:xfrm>
            <a:custGeom>
              <a:avLst/>
              <a:gdLst>
                <a:gd name="T0" fmla="*/ 197 w 197"/>
                <a:gd name="T1" fmla="*/ 128 h 195"/>
                <a:gd name="T2" fmla="*/ 171 w 197"/>
                <a:gd name="T3" fmla="*/ 145 h 195"/>
                <a:gd name="T4" fmla="*/ 139 w 197"/>
                <a:gd name="T5" fmla="*/ 177 h 195"/>
                <a:gd name="T6" fmla="*/ 98 w 197"/>
                <a:gd name="T7" fmla="*/ 182 h 195"/>
                <a:gd name="T8" fmla="*/ 60 w 197"/>
                <a:gd name="T9" fmla="*/ 195 h 195"/>
                <a:gd name="T10" fmla="*/ 0 w 197"/>
                <a:gd name="T11" fmla="*/ 61 h 195"/>
                <a:gd name="T12" fmla="*/ 139 w 197"/>
                <a:gd name="T13" fmla="*/ 0 h 195"/>
                <a:gd name="T14" fmla="*/ 194 w 197"/>
                <a:gd name="T15" fmla="*/ 121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7" h="195">
                  <a:moveTo>
                    <a:pt x="197" y="128"/>
                  </a:moveTo>
                  <a:cubicBezTo>
                    <a:pt x="188" y="131"/>
                    <a:pt x="179" y="137"/>
                    <a:pt x="171" y="145"/>
                  </a:cubicBezTo>
                  <a:cubicBezTo>
                    <a:pt x="161" y="156"/>
                    <a:pt x="153" y="170"/>
                    <a:pt x="139" y="177"/>
                  </a:cubicBezTo>
                  <a:cubicBezTo>
                    <a:pt x="126" y="183"/>
                    <a:pt x="112" y="181"/>
                    <a:pt x="98" y="182"/>
                  </a:cubicBezTo>
                  <a:cubicBezTo>
                    <a:pt x="84" y="182"/>
                    <a:pt x="69" y="184"/>
                    <a:pt x="60" y="195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139" y="0"/>
                    <a:pt x="139" y="0"/>
                    <a:pt x="139" y="0"/>
                  </a:cubicBezTo>
                  <a:cubicBezTo>
                    <a:pt x="194" y="121"/>
                    <a:pt x="194" y="121"/>
                    <a:pt x="194" y="121"/>
                  </a:cubicBezTo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17" name="任意多边形: 形状 216"/>
            <p:cNvSpPr>
              <a:spLocks/>
            </p:cNvSpPr>
            <p:nvPr userDrawn="1"/>
          </p:nvSpPr>
          <p:spPr bwMode="auto">
            <a:xfrm>
              <a:off x="10998201" y="5732463"/>
              <a:ext cx="149225" cy="146050"/>
            </a:xfrm>
            <a:custGeom>
              <a:avLst/>
              <a:gdLst>
                <a:gd name="T0" fmla="*/ 5 w 51"/>
                <a:gd name="T1" fmla="*/ 34 h 50"/>
                <a:gd name="T2" fmla="*/ 34 w 51"/>
                <a:gd name="T3" fmla="*/ 45 h 50"/>
                <a:gd name="T4" fmla="*/ 46 w 51"/>
                <a:gd name="T5" fmla="*/ 16 h 50"/>
                <a:gd name="T6" fmla="*/ 16 w 51"/>
                <a:gd name="T7" fmla="*/ 5 h 50"/>
                <a:gd name="T8" fmla="*/ 5 w 51"/>
                <a:gd name="T9" fmla="*/ 34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50">
                  <a:moveTo>
                    <a:pt x="5" y="34"/>
                  </a:moveTo>
                  <a:cubicBezTo>
                    <a:pt x="10" y="45"/>
                    <a:pt x="23" y="50"/>
                    <a:pt x="34" y="45"/>
                  </a:cubicBezTo>
                  <a:cubicBezTo>
                    <a:pt x="46" y="40"/>
                    <a:pt x="51" y="27"/>
                    <a:pt x="46" y="16"/>
                  </a:cubicBezTo>
                  <a:cubicBezTo>
                    <a:pt x="41" y="5"/>
                    <a:pt x="27" y="0"/>
                    <a:pt x="16" y="5"/>
                  </a:cubicBezTo>
                  <a:cubicBezTo>
                    <a:pt x="5" y="10"/>
                    <a:pt x="0" y="23"/>
                    <a:pt x="5" y="34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18" name="任意多边形: 形状 217"/>
            <p:cNvSpPr>
              <a:spLocks/>
            </p:cNvSpPr>
            <p:nvPr userDrawn="1"/>
          </p:nvSpPr>
          <p:spPr bwMode="auto">
            <a:xfrm>
              <a:off x="11080751" y="6013450"/>
              <a:ext cx="122238" cy="120650"/>
            </a:xfrm>
            <a:custGeom>
              <a:avLst/>
              <a:gdLst>
                <a:gd name="T0" fmla="*/ 4 w 42"/>
                <a:gd name="T1" fmla="*/ 28 h 41"/>
                <a:gd name="T2" fmla="*/ 28 w 42"/>
                <a:gd name="T3" fmla="*/ 37 h 41"/>
                <a:gd name="T4" fmla="*/ 37 w 42"/>
                <a:gd name="T5" fmla="*/ 13 h 41"/>
                <a:gd name="T6" fmla="*/ 13 w 42"/>
                <a:gd name="T7" fmla="*/ 4 h 41"/>
                <a:gd name="T8" fmla="*/ 4 w 42"/>
                <a:gd name="T9" fmla="*/ 28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41">
                  <a:moveTo>
                    <a:pt x="4" y="28"/>
                  </a:moveTo>
                  <a:cubicBezTo>
                    <a:pt x="8" y="37"/>
                    <a:pt x="19" y="41"/>
                    <a:pt x="28" y="37"/>
                  </a:cubicBezTo>
                  <a:cubicBezTo>
                    <a:pt x="37" y="33"/>
                    <a:pt x="42" y="22"/>
                    <a:pt x="37" y="13"/>
                  </a:cubicBezTo>
                  <a:cubicBezTo>
                    <a:pt x="33" y="4"/>
                    <a:pt x="23" y="0"/>
                    <a:pt x="13" y="4"/>
                  </a:cubicBezTo>
                  <a:cubicBezTo>
                    <a:pt x="4" y="8"/>
                    <a:pt x="0" y="19"/>
                    <a:pt x="4" y="28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19" name="任意多边形: 形状 218"/>
            <p:cNvSpPr>
              <a:spLocks/>
            </p:cNvSpPr>
            <p:nvPr userDrawn="1"/>
          </p:nvSpPr>
          <p:spPr bwMode="auto">
            <a:xfrm>
              <a:off x="11253788" y="5780088"/>
              <a:ext cx="215900" cy="215900"/>
            </a:xfrm>
            <a:custGeom>
              <a:avLst/>
              <a:gdLst>
                <a:gd name="T0" fmla="*/ 7 w 74"/>
                <a:gd name="T1" fmla="*/ 50 h 74"/>
                <a:gd name="T2" fmla="*/ 51 w 74"/>
                <a:gd name="T3" fmla="*/ 66 h 74"/>
                <a:gd name="T4" fmla="*/ 67 w 74"/>
                <a:gd name="T5" fmla="*/ 24 h 74"/>
                <a:gd name="T6" fmla="*/ 24 w 74"/>
                <a:gd name="T7" fmla="*/ 7 h 74"/>
                <a:gd name="T8" fmla="*/ 7 w 74"/>
                <a:gd name="T9" fmla="*/ 5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4" h="74">
                  <a:moveTo>
                    <a:pt x="7" y="50"/>
                  </a:moveTo>
                  <a:cubicBezTo>
                    <a:pt x="15" y="66"/>
                    <a:pt x="34" y="74"/>
                    <a:pt x="51" y="66"/>
                  </a:cubicBezTo>
                  <a:cubicBezTo>
                    <a:pt x="67" y="59"/>
                    <a:pt x="74" y="40"/>
                    <a:pt x="67" y="24"/>
                  </a:cubicBezTo>
                  <a:cubicBezTo>
                    <a:pt x="60" y="7"/>
                    <a:pt x="40" y="0"/>
                    <a:pt x="24" y="7"/>
                  </a:cubicBezTo>
                  <a:cubicBezTo>
                    <a:pt x="7" y="15"/>
                    <a:pt x="0" y="34"/>
                    <a:pt x="7" y="50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20" name="任意多边形: 形状 219"/>
            <p:cNvSpPr>
              <a:spLocks/>
            </p:cNvSpPr>
            <p:nvPr userDrawn="1"/>
          </p:nvSpPr>
          <p:spPr bwMode="auto">
            <a:xfrm>
              <a:off x="10723563" y="5167313"/>
              <a:ext cx="890588" cy="1157288"/>
            </a:xfrm>
            <a:custGeom>
              <a:avLst/>
              <a:gdLst>
                <a:gd name="T0" fmla="*/ 237 w 304"/>
                <a:gd name="T1" fmla="*/ 374 h 395"/>
                <a:gd name="T2" fmla="*/ 237 w 304"/>
                <a:gd name="T3" fmla="*/ 374 h 395"/>
                <a:gd name="T4" fmla="*/ 283 w 304"/>
                <a:gd name="T5" fmla="*/ 254 h 395"/>
                <a:gd name="T6" fmla="*/ 167 w 304"/>
                <a:gd name="T7" fmla="*/ 0 h 395"/>
                <a:gd name="T8" fmla="*/ 0 w 304"/>
                <a:gd name="T9" fmla="*/ 74 h 395"/>
                <a:gd name="T10" fmla="*/ 115 w 304"/>
                <a:gd name="T11" fmla="*/ 329 h 395"/>
                <a:gd name="T12" fmla="*/ 237 w 304"/>
                <a:gd name="T13" fmla="*/ 374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4" h="395">
                  <a:moveTo>
                    <a:pt x="237" y="374"/>
                  </a:moveTo>
                  <a:cubicBezTo>
                    <a:pt x="237" y="374"/>
                    <a:pt x="237" y="374"/>
                    <a:pt x="237" y="374"/>
                  </a:cubicBezTo>
                  <a:cubicBezTo>
                    <a:pt x="283" y="354"/>
                    <a:pt x="304" y="300"/>
                    <a:pt x="283" y="254"/>
                  </a:cubicBezTo>
                  <a:cubicBezTo>
                    <a:pt x="167" y="0"/>
                    <a:pt x="167" y="0"/>
                    <a:pt x="167" y="0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115" y="329"/>
                    <a:pt x="115" y="329"/>
                    <a:pt x="115" y="329"/>
                  </a:cubicBezTo>
                  <a:cubicBezTo>
                    <a:pt x="136" y="374"/>
                    <a:pt x="190" y="395"/>
                    <a:pt x="237" y="374"/>
                  </a:cubicBez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21" name="任意多边形: 形状 220"/>
            <p:cNvSpPr>
              <a:spLocks/>
            </p:cNvSpPr>
            <p:nvPr userDrawn="1"/>
          </p:nvSpPr>
          <p:spPr bwMode="auto">
            <a:xfrm>
              <a:off x="10547351" y="5018088"/>
              <a:ext cx="649288" cy="377825"/>
            </a:xfrm>
            <a:custGeom>
              <a:avLst/>
              <a:gdLst>
                <a:gd name="T0" fmla="*/ 33 w 409"/>
                <a:gd name="T1" fmla="*/ 238 h 238"/>
                <a:gd name="T2" fmla="*/ 409 w 409"/>
                <a:gd name="T3" fmla="*/ 72 h 238"/>
                <a:gd name="T4" fmla="*/ 376 w 409"/>
                <a:gd name="T5" fmla="*/ 0 h 238"/>
                <a:gd name="T6" fmla="*/ 0 w 409"/>
                <a:gd name="T7" fmla="*/ 166 h 238"/>
                <a:gd name="T8" fmla="*/ 33 w 409"/>
                <a:gd name="T9" fmla="*/ 238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9" h="238">
                  <a:moveTo>
                    <a:pt x="33" y="238"/>
                  </a:moveTo>
                  <a:lnTo>
                    <a:pt x="409" y="72"/>
                  </a:lnTo>
                  <a:lnTo>
                    <a:pt x="376" y="0"/>
                  </a:lnTo>
                  <a:lnTo>
                    <a:pt x="0" y="166"/>
                  </a:lnTo>
                  <a:lnTo>
                    <a:pt x="33" y="238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22" name="任意多边形: 形状 221"/>
            <p:cNvSpPr>
              <a:spLocks/>
            </p:cNvSpPr>
            <p:nvPr userDrawn="1"/>
          </p:nvSpPr>
          <p:spPr bwMode="auto">
            <a:xfrm>
              <a:off x="10617201" y="5029200"/>
              <a:ext cx="647700" cy="377825"/>
            </a:xfrm>
            <a:custGeom>
              <a:avLst/>
              <a:gdLst>
                <a:gd name="T0" fmla="*/ 33 w 408"/>
                <a:gd name="T1" fmla="*/ 238 h 238"/>
                <a:gd name="T2" fmla="*/ 408 w 408"/>
                <a:gd name="T3" fmla="*/ 72 h 238"/>
                <a:gd name="T4" fmla="*/ 377 w 408"/>
                <a:gd name="T5" fmla="*/ 0 h 238"/>
                <a:gd name="T6" fmla="*/ 0 w 408"/>
                <a:gd name="T7" fmla="*/ 166 h 238"/>
                <a:gd name="T8" fmla="*/ 33 w 408"/>
                <a:gd name="T9" fmla="*/ 238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8" h="238">
                  <a:moveTo>
                    <a:pt x="33" y="238"/>
                  </a:moveTo>
                  <a:lnTo>
                    <a:pt x="408" y="72"/>
                  </a:lnTo>
                  <a:lnTo>
                    <a:pt x="377" y="0"/>
                  </a:lnTo>
                  <a:lnTo>
                    <a:pt x="0" y="166"/>
                  </a:lnTo>
                  <a:lnTo>
                    <a:pt x="33" y="238"/>
                  </a:ln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23" name="任意多边形: 形状 222"/>
            <p:cNvSpPr>
              <a:spLocks/>
            </p:cNvSpPr>
            <p:nvPr userDrawn="1"/>
          </p:nvSpPr>
          <p:spPr bwMode="auto">
            <a:xfrm>
              <a:off x="10904538" y="5562600"/>
              <a:ext cx="481013" cy="211138"/>
            </a:xfrm>
            <a:custGeom>
              <a:avLst/>
              <a:gdLst>
                <a:gd name="T0" fmla="*/ 164 w 164"/>
                <a:gd name="T1" fmla="*/ 0 h 72"/>
                <a:gd name="T2" fmla="*/ 111 w 164"/>
                <a:gd name="T3" fmla="*/ 22 h 72"/>
                <a:gd name="T4" fmla="*/ 79 w 164"/>
                <a:gd name="T5" fmla="*/ 54 h 72"/>
                <a:gd name="T6" fmla="*/ 38 w 164"/>
                <a:gd name="T7" fmla="*/ 59 h 72"/>
                <a:gd name="T8" fmla="*/ 0 w 164"/>
                <a:gd name="T9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4" h="72">
                  <a:moveTo>
                    <a:pt x="164" y="0"/>
                  </a:moveTo>
                  <a:cubicBezTo>
                    <a:pt x="143" y="0"/>
                    <a:pt x="126" y="7"/>
                    <a:pt x="111" y="22"/>
                  </a:cubicBezTo>
                  <a:cubicBezTo>
                    <a:pt x="101" y="33"/>
                    <a:pt x="93" y="47"/>
                    <a:pt x="79" y="54"/>
                  </a:cubicBezTo>
                  <a:cubicBezTo>
                    <a:pt x="66" y="60"/>
                    <a:pt x="52" y="58"/>
                    <a:pt x="38" y="59"/>
                  </a:cubicBezTo>
                  <a:cubicBezTo>
                    <a:pt x="24" y="59"/>
                    <a:pt x="9" y="61"/>
                    <a:pt x="0" y="72"/>
                  </a:cubicBezTo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24" name="任意多边形: 形状 223"/>
            <p:cNvSpPr>
              <a:spLocks/>
            </p:cNvSpPr>
            <p:nvPr userDrawn="1"/>
          </p:nvSpPr>
          <p:spPr bwMode="auto">
            <a:xfrm>
              <a:off x="11060113" y="5726113"/>
              <a:ext cx="149225" cy="147638"/>
            </a:xfrm>
            <a:custGeom>
              <a:avLst/>
              <a:gdLst>
                <a:gd name="T0" fmla="*/ 5 w 51"/>
                <a:gd name="T1" fmla="*/ 34 h 50"/>
                <a:gd name="T2" fmla="*/ 34 w 51"/>
                <a:gd name="T3" fmla="*/ 45 h 50"/>
                <a:gd name="T4" fmla="*/ 46 w 51"/>
                <a:gd name="T5" fmla="*/ 16 h 50"/>
                <a:gd name="T6" fmla="*/ 16 w 51"/>
                <a:gd name="T7" fmla="*/ 5 h 50"/>
                <a:gd name="T8" fmla="*/ 5 w 51"/>
                <a:gd name="T9" fmla="*/ 34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50">
                  <a:moveTo>
                    <a:pt x="5" y="34"/>
                  </a:moveTo>
                  <a:cubicBezTo>
                    <a:pt x="10" y="45"/>
                    <a:pt x="23" y="50"/>
                    <a:pt x="34" y="45"/>
                  </a:cubicBezTo>
                  <a:cubicBezTo>
                    <a:pt x="46" y="40"/>
                    <a:pt x="51" y="27"/>
                    <a:pt x="46" y="16"/>
                  </a:cubicBezTo>
                  <a:cubicBezTo>
                    <a:pt x="41" y="5"/>
                    <a:pt x="27" y="0"/>
                    <a:pt x="16" y="5"/>
                  </a:cubicBezTo>
                  <a:cubicBezTo>
                    <a:pt x="5" y="10"/>
                    <a:pt x="0" y="23"/>
                    <a:pt x="5" y="34"/>
                  </a:cubicBez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25" name="任意多边形: 形状 224"/>
            <p:cNvSpPr>
              <a:spLocks/>
            </p:cNvSpPr>
            <p:nvPr userDrawn="1"/>
          </p:nvSpPr>
          <p:spPr bwMode="auto">
            <a:xfrm>
              <a:off x="11141076" y="6008688"/>
              <a:ext cx="120650" cy="119063"/>
            </a:xfrm>
            <a:custGeom>
              <a:avLst/>
              <a:gdLst>
                <a:gd name="T0" fmla="*/ 4 w 41"/>
                <a:gd name="T1" fmla="*/ 28 h 41"/>
                <a:gd name="T2" fmla="*/ 28 w 41"/>
                <a:gd name="T3" fmla="*/ 37 h 41"/>
                <a:gd name="T4" fmla="*/ 37 w 41"/>
                <a:gd name="T5" fmla="*/ 13 h 41"/>
                <a:gd name="T6" fmla="*/ 13 w 41"/>
                <a:gd name="T7" fmla="*/ 4 h 41"/>
                <a:gd name="T8" fmla="*/ 4 w 41"/>
                <a:gd name="T9" fmla="*/ 28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41">
                  <a:moveTo>
                    <a:pt x="4" y="28"/>
                  </a:moveTo>
                  <a:cubicBezTo>
                    <a:pt x="8" y="37"/>
                    <a:pt x="19" y="41"/>
                    <a:pt x="28" y="37"/>
                  </a:cubicBezTo>
                  <a:cubicBezTo>
                    <a:pt x="37" y="33"/>
                    <a:pt x="41" y="22"/>
                    <a:pt x="37" y="13"/>
                  </a:cubicBezTo>
                  <a:cubicBezTo>
                    <a:pt x="33" y="4"/>
                    <a:pt x="23" y="0"/>
                    <a:pt x="13" y="4"/>
                  </a:cubicBezTo>
                  <a:cubicBezTo>
                    <a:pt x="4" y="8"/>
                    <a:pt x="0" y="19"/>
                    <a:pt x="4" y="28"/>
                  </a:cubicBez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26" name="任意多边形: 形状 225"/>
            <p:cNvSpPr>
              <a:spLocks/>
            </p:cNvSpPr>
            <p:nvPr userDrawn="1"/>
          </p:nvSpPr>
          <p:spPr bwMode="auto">
            <a:xfrm>
              <a:off x="11314113" y="5773738"/>
              <a:ext cx="217488" cy="217488"/>
            </a:xfrm>
            <a:custGeom>
              <a:avLst/>
              <a:gdLst>
                <a:gd name="T0" fmla="*/ 7 w 74"/>
                <a:gd name="T1" fmla="*/ 50 h 74"/>
                <a:gd name="T2" fmla="*/ 50 w 74"/>
                <a:gd name="T3" fmla="*/ 66 h 74"/>
                <a:gd name="T4" fmla="*/ 67 w 74"/>
                <a:gd name="T5" fmla="*/ 23 h 74"/>
                <a:gd name="T6" fmla="*/ 24 w 74"/>
                <a:gd name="T7" fmla="*/ 7 h 74"/>
                <a:gd name="T8" fmla="*/ 7 w 74"/>
                <a:gd name="T9" fmla="*/ 5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4" h="74">
                  <a:moveTo>
                    <a:pt x="7" y="50"/>
                  </a:moveTo>
                  <a:cubicBezTo>
                    <a:pt x="15" y="66"/>
                    <a:pt x="34" y="74"/>
                    <a:pt x="50" y="66"/>
                  </a:cubicBezTo>
                  <a:cubicBezTo>
                    <a:pt x="67" y="59"/>
                    <a:pt x="74" y="40"/>
                    <a:pt x="67" y="23"/>
                  </a:cubicBezTo>
                  <a:cubicBezTo>
                    <a:pt x="59" y="7"/>
                    <a:pt x="40" y="0"/>
                    <a:pt x="24" y="7"/>
                  </a:cubicBezTo>
                  <a:cubicBezTo>
                    <a:pt x="7" y="15"/>
                    <a:pt x="0" y="34"/>
                    <a:pt x="7" y="50"/>
                  </a:cubicBez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27" name="任意多边形: 形状 226"/>
            <p:cNvSpPr>
              <a:spLocks/>
            </p:cNvSpPr>
            <p:nvPr userDrawn="1"/>
          </p:nvSpPr>
          <p:spPr bwMode="auto">
            <a:xfrm>
              <a:off x="10763251" y="5413375"/>
              <a:ext cx="141288" cy="61913"/>
            </a:xfrm>
            <a:custGeom>
              <a:avLst/>
              <a:gdLst>
                <a:gd name="T0" fmla="*/ 0 w 89"/>
                <a:gd name="T1" fmla="*/ 39 h 39"/>
                <a:gd name="T2" fmla="*/ 89 w 89"/>
                <a:gd name="T3" fmla="*/ 0 h 39"/>
                <a:gd name="T4" fmla="*/ 0 w 89"/>
                <a:gd name="T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9" h="39">
                  <a:moveTo>
                    <a:pt x="0" y="39"/>
                  </a:moveTo>
                  <a:lnTo>
                    <a:pt x="89" y="0"/>
                  </a:lnTo>
                  <a:lnTo>
                    <a:pt x="0" y="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28" name="直接连接符 227"/>
            <p:cNvSpPr>
              <a:spLocks noChangeShapeType="1"/>
            </p:cNvSpPr>
            <p:nvPr userDrawn="1"/>
          </p:nvSpPr>
          <p:spPr bwMode="auto">
            <a:xfrm flipV="1">
              <a:off x="10763251" y="5413375"/>
              <a:ext cx="141288" cy="61913"/>
            </a:xfrm>
            <a:prstGeom prst="line">
              <a:avLst/>
            </a:pr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29" name="任意多边形: 形状 228"/>
            <p:cNvSpPr>
              <a:spLocks/>
            </p:cNvSpPr>
            <p:nvPr userDrawn="1"/>
          </p:nvSpPr>
          <p:spPr bwMode="auto">
            <a:xfrm>
              <a:off x="10804526" y="5530850"/>
              <a:ext cx="93663" cy="41275"/>
            </a:xfrm>
            <a:custGeom>
              <a:avLst/>
              <a:gdLst>
                <a:gd name="T0" fmla="*/ 0 w 59"/>
                <a:gd name="T1" fmla="*/ 26 h 26"/>
                <a:gd name="T2" fmla="*/ 59 w 59"/>
                <a:gd name="T3" fmla="*/ 0 h 26"/>
                <a:gd name="T4" fmla="*/ 0 w 59"/>
                <a:gd name="T5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9" h="26">
                  <a:moveTo>
                    <a:pt x="0" y="26"/>
                  </a:moveTo>
                  <a:lnTo>
                    <a:pt x="59" y="0"/>
                  </a:lnTo>
                  <a:lnTo>
                    <a:pt x="0" y="2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30" name="直接连接符 229"/>
            <p:cNvSpPr>
              <a:spLocks noChangeShapeType="1"/>
            </p:cNvSpPr>
            <p:nvPr userDrawn="1"/>
          </p:nvSpPr>
          <p:spPr bwMode="auto">
            <a:xfrm flipV="1">
              <a:off x="10804526" y="5530850"/>
              <a:ext cx="93663" cy="41275"/>
            </a:xfrm>
            <a:prstGeom prst="line">
              <a:avLst/>
            </a:pr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31" name="任意多边形: 形状 230"/>
            <p:cNvSpPr>
              <a:spLocks/>
            </p:cNvSpPr>
            <p:nvPr userDrawn="1"/>
          </p:nvSpPr>
          <p:spPr bwMode="auto">
            <a:xfrm>
              <a:off x="10848976" y="5603875"/>
              <a:ext cx="142875" cy="61913"/>
            </a:xfrm>
            <a:custGeom>
              <a:avLst/>
              <a:gdLst>
                <a:gd name="T0" fmla="*/ 0 w 90"/>
                <a:gd name="T1" fmla="*/ 39 h 39"/>
                <a:gd name="T2" fmla="*/ 90 w 90"/>
                <a:gd name="T3" fmla="*/ 0 h 39"/>
                <a:gd name="T4" fmla="*/ 0 w 90"/>
                <a:gd name="T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0" h="39">
                  <a:moveTo>
                    <a:pt x="0" y="39"/>
                  </a:moveTo>
                  <a:lnTo>
                    <a:pt x="90" y="0"/>
                  </a:lnTo>
                  <a:lnTo>
                    <a:pt x="0" y="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32" name="直接连接符 231"/>
            <p:cNvSpPr>
              <a:spLocks noChangeShapeType="1"/>
            </p:cNvSpPr>
            <p:nvPr userDrawn="1"/>
          </p:nvSpPr>
          <p:spPr bwMode="auto">
            <a:xfrm flipV="1">
              <a:off x="10848976" y="5603875"/>
              <a:ext cx="142875" cy="61913"/>
            </a:xfrm>
            <a:prstGeom prst="line">
              <a:avLst/>
            </a:pr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33" name="任意多边形: 形状 232"/>
            <p:cNvSpPr>
              <a:spLocks/>
            </p:cNvSpPr>
            <p:nvPr userDrawn="1"/>
          </p:nvSpPr>
          <p:spPr bwMode="auto">
            <a:xfrm>
              <a:off x="1336676" y="3698875"/>
              <a:ext cx="568325" cy="585788"/>
            </a:xfrm>
            <a:custGeom>
              <a:avLst/>
              <a:gdLst>
                <a:gd name="T0" fmla="*/ 358 w 358"/>
                <a:gd name="T1" fmla="*/ 293 h 369"/>
                <a:gd name="T2" fmla="*/ 273 w 358"/>
                <a:gd name="T3" fmla="*/ 369 h 369"/>
                <a:gd name="T4" fmla="*/ 0 w 358"/>
                <a:gd name="T5" fmla="*/ 76 h 369"/>
                <a:gd name="T6" fmla="*/ 85 w 358"/>
                <a:gd name="T7" fmla="*/ 0 h 369"/>
                <a:gd name="T8" fmla="*/ 358 w 358"/>
                <a:gd name="T9" fmla="*/ 293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8" h="369">
                  <a:moveTo>
                    <a:pt x="358" y="293"/>
                  </a:moveTo>
                  <a:lnTo>
                    <a:pt x="273" y="369"/>
                  </a:lnTo>
                  <a:lnTo>
                    <a:pt x="0" y="76"/>
                  </a:lnTo>
                  <a:lnTo>
                    <a:pt x="85" y="0"/>
                  </a:lnTo>
                  <a:lnTo>
                    <a:pt x="358" y="29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34" name="任意多边形: 形状 233"/>
            <p:cNvSpPr>
              <a:spLocks/>
            </p:cNvSpPr>
            <p:nvPr userDrawn="1"/>
          </p:nvSpPr>
          <p:spPr bwMode="auto">
            <a:xfrm>
              <a:off x="1190626" y="3543300"/>
              <a:ext cx="307975" cy="298450"/>
            </a:xfrm>
            <a:custGeom>
              <a:avLst/>
              <a:gdLst>
                <a:gd name="T0" fmla="*/ 194 w 194"/>
                <a:gd name="T1" fmla="*/ 83 h 188"/>
                <a:gd name="T2" fmla="*/ 78 w 194"/>
                <a:gd name="T3" fmla="*/ 188 h 188"/>
                <a:gd name="T4" fmla="*/ 0 w 194"/>
                <a:gd name="T5" fmla="*/ 103 h 188"/>
                <a:gd name="T6" fmla="*/ 114 w 194"/>
                <a:gd name="T7" fmla="*/ 0 h 188"/>
                <a:gd name="T8" fmla="*/ 194 w 194"/>
                <a:gd name="T9" fmla="*/ 83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4" h="188">
                  <a:moveTo>
                    <a:pt x="194" y="83"/>
                  </a:moveTo>
                  <a:lnTo>
                    <a:pt x="78" y="188"/>
                  </a:lnTo>
                  <a:lnTo>
                    <a:pt x="0" y="103"/>
                  </a:lnTo>
                  <a:lnTo>
                    <a:pt x="114" y="0"/>
                  </a:lnTo>
                  <a:lnTo>
                    <a:pt x="194" y="8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35" name="任意多边形: 形状 234"/>
            <p:cNvSpPr>
              <a:spLocks/>
            </p:cNvSpPr>
            <p:nvPr userDrawn="1"/>
          </p:nvSpPr>
          <p:spPr bwMode="auto">
            <a:xfrm>
              <a:off x="1384301" y="3657600"/>
              <a:ext cx="568325" cy="585788"/>
            </a:xfrm>
            <a:custGeom>
              <a:avLst/>
              <a:gdLst>
                <a:gd name="T0" fmla="*/ 358 w 358"/>
                <a:gd name="T1" fmla="*/ 294 h 369"/>
                <a:gd name="T2" fmla="*/ 273 w 358"/>
                <a:gd name="T3" fmla="*/ 369 h 369"/>
                <a:gd name="T4" fmla="*/ 0 w 358"/>
                <a:gd name="T5" fmla="*/ 76 h 369"/>
                <a:gd name="T6" fmla="*/ 85 w 358"/>
                <a:gd name="T7" fmla="*/ 0 h 369"/>
                <a:gd name="T8" fmla="*/ 358 w 358"/>
                <a:gd name="T9" fmla="*/ 294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8" h="369">
                  <a:moveTo>
                    <a:pt x="358" y="294"/>
                  </a:moveTo>
                  <a:lnTo>
                    <a:pt x="273" y="369"/>
                  </a:lnTo>
                  <a:lnTo>
                    <a:pt x="0" y="76"/>
                  </a:lnTo>
                  <a:lnTo>
                    <a:pt x="85" y="0"/>
                  </a:lnTo>
                  <a:lnTo>
                    <a:pt x="358" y="294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36" name="任意多边形: 形状 235"/>
            <p:cNvSpPr>
              <a:spLocks/>
            </p:cNvSpPr>
            <p:nvPr userDrawn="1"/>
          </p:nvSpPr>
          <p:spPr bwMode="auto">
            <a:xfrm>
              <a:off x="1770063" y="4164013"/>
              <a:ext cx="211138" cy="206375"/>
            </a:xfrm>
            <a:custGeom>
              <a:avLst/>
              <a:gdLst>
                <a:gd name="T0" fmla="*/ 133 w 133"/>
                <a:gd name="T1" fmla="*/ 54 h 130"/>
                <a:gd name="T2" fmla="*/ 50 w 133"/>
                <a:gd name="T3" fmla="*/ 130 h 130"/>
                <a:gd name="T4" fmla="*/ 0 w 133"/>
                <a:gd name="T5" fmla="*/ 76 h 130"/>
                <a:gd name="T6" fmla="*/ 85 w 133"/>
                <a:gd name="T7" fmla="*/ 0 h 130"/>
                <a:gd name="T8" fmla="*/ 133 w 133"/>
                <a:gd name="T9" fmla="*/ 54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3" h="130">
                  <a:moveTo>
                    <a:pt x="133" y="54"/>
                  </a:moveTo>
                  <a:lnTo>
                    <a:pt x="50" y="130"/>
                  </a:lnTo>
                  <a:lnTo>
                    <a:pt x="0" y="76"/>
                  </a:lnTo>
                  <a:lnTo>
                    <a:pt x="85" y="0"/>
                  </a:lnTo>
                  <a:lnTo>
                    <a:pt x="133" y="5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37" name="任意多边形: 形状 236"/>
            <p:cNvSpPr>
              <a:spLocks/>
            </p:cNvSpPr>
            <p:nvPr userDrawn="1"/>
          </p:nvSpPr>
          <p:spPr bwMode="auto">
            <a:xfrm>
              <a:off x="1190626" y="3543300"/>
              <a:ext cx="307975" cy="298450"/>
            </a:xfrm>
            <a:custGeom>
              <a:avLst/>
              <a:gdLst>
                <a:gd name="T0" fmla="*/ 194 w 194"/>
                <a:gd name="T1" fmla="*/ 83 h 188"/>
                <a:gd name="T2" fmla="*/ 78 w 194"/>
                <a:gd name="T3" fmla="*/ 188 h 188"/>
                <a:gd name="T4" fmla="*/ 0 w 194"/>
                <a:gd name="T5" fmla="*/ 103 h 188"/>
                <a:gd name="T6" fmla="*/ 114 w 194"/>
                <a:gd name="T7" fmla="*/ 0 h 188"/>
                <a:gd name="T8" fmla="*/ 194 w 194"/>
                <a:gd name="T9" fmla="*/ 83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4" h="188">
                  <a:moveTo>
                    <a:pt x="194" y="83"/>
                  </a:moveTo>
                  <a:lnTo>
                    <a:pt x="78" y="188"/>
                  </a:lnTo>
                  <a:lnTo>
                    <a:pt x="0" y="103"/>
                  </a:lnTo>
                  <a:lnTo>
                    <a:pt x="114" y="0"/>
                  </a:lnTo>
                  <a:lnTo>
                    <a:pt x="194" y="83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38" name="任意多边形: 形状 237"/>
            <p:cNvSpPr>
              <a:spLocks/>
            </p:cNvSpPr>
            <p:nvPr userDrawn="1"/>
          </p:nvSpPr>
          <p:spPr bwMode="auto">
            <a:xfrm>
              <a:off x="1336676" y="3698875"/>
              <a:ext cx="568325" cy="585788"/>
            </a:xfrm>
            <a:custGeom>
              <a:avLst/>
              <a:gdLst>
                <a:gd name="T0" fmla="*/ 358 w 358"/>
                <a:gd name="T1" fmla="*/ 293 h 369"/>
                <a:gd name="T2" fmla="*/ 273 w 358"/>
                <a:gd name="T3" fmla="*/ 369 h 369"/>
                <a:gd name="T4" fmla="*/ 0 w 358"/>
                <a:gd name="T5" fmla="*/ 76 h 369"/>
                <a:gd name="T6" fmla="*/ 85 w 358"/>
                <a:gd name="T7" fmla="*/ 0 h 369"/>
                <a:gd name="T8" fmla="*/ 358 w 358"/>
                <a:gd name="T9" fmla="*/ 293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8" h="369">
                  <a:moveTo>
                    <a:pt x="358" y="293"/>
                  </a:moveTo>
                  <a:lnTo>
                    <a:pt x="273" y="369"/>
                  </a:lnTo>
                  <a:lnTo>
                    <a:pt x="0" y="76"/>
                  </a:lnTo>
                  <a:lnTo>
                    <a:pt x="85" y="0"/>
                  </a:lnTo>
                  <a:lnTo>
                    <a:pt x="358" y="293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39" name="任意多边形: 形状 238"/>
            <p:cNvSpPr>
              <a:spLocks/>
            </p:cNvSpPr>
            <p:nvPr userDrawn="1"/>
          </p:nvSpPr>
          <p:spPr bwMode="auto">
            <a:xfrm>
              <a:off x="1770063" y="4164013"/>
              <a:ext cx="211138" cy="206375"/>
            </a:xfrm>
            <a:custGeom>
              <a:avLst/>
              <a:gdLst>
                <a:gd name="T0" fmla="*/ 133 w 133"/>
                <a:gd name="T1" fmla="*/ 54 h 130"/>
                <a:gd name="T2" fmla="*/ 50 w 133"/>
                <a:gd name="T3" fmla="*/ 130 h 130"/>
                <a:gd name="T4" fmla="*/ 0 w 133"/>
                <a:gd name="T5" fmla="*/ 76 h 130"/>
                <a:gd name="T6" fmla="*/ 85 w 133"/>
                <a:gd name="T7" fmla="*/ 0 h 130"/>
                <a:gd name="T8" fmla="*/ 133 w 133"/>
                <a:gd name="T9" fmla="*/ 54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3" h="130">
                  <a:moveTo>
                    <a:pt x="133" y="54"/>
                  </a:moveTo>
                  <a:lnTo>
                    <a:pt x="50" y="130"/>
                  </a:lnTo>
                  <a:lnTo>
                    <a:pt x="0" y="76"/>
                  </a:lnTo>
                  <a:lnTo>
                    <a:pt x="85" y="0"/>
                  </a:lnTo>
                  <a:lnTo>
                    <a:pt x="133" y="54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40" name="任意多边形: 形状 239"/>
            <p:cNvSpPr>
              <a:spLocks/>
            </p:cNvSpPr>
            <p:nvPr userDrawn="1"/>
          </p:nvSpPr>
          <p:spPr bwMode="auto">
            <a:xfrm>
              <a:off x="449263" y="2778125"/>
              <a:ext cx="1108075" cy="1096963"/>
            </a:xfrm>
            <a:custGeom>
              <a:avLst/>
              <a:gdLst>
                <a:gd name="T0" fmla="*/ 315 w 378"/>
                <a:gd name="T1" fmla="*/ 73 h 374"/>
                <a:gd name="T2" fmla="*/ 305 w 378"/>
                <a:gd name="T3" fmla="*/ 311 h 374"/>
                <a:gd name="T4" fmla="*/ 64 w 378"/>
                <a:gd name="T5" fmla="*/ 301 h 374"/>
                <a:gd name="T6" fmla="*/ 74 w 378"/>
                <a:gd name="T7" fmla="*/ 63 h 374"/>
                <a:gd name="T8" fmla="*/ 315 w 378"/>
                <a:gd name="T9" fmla="*/ 73 h 3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8" h="374">
                  <a:moveTo>
                    <a:pt x="315" y="73"/>
                  </a:moveTo>
                  <a:cubicBezTo>
                    <a:pt x="378" y="142"/>
                    <a:pt x="374" y="248"/>
                    <a:pt x="305" y="311"/>
                  </a:cubicBezTo>
                  <a:cubicBezTo>
                    <a:pt x="235" y="374"/>
                    <a:pt x="127" y="370"/>
                    <a:pt x="64" y="301"/>
                  </a:cubicBezTo>
                  <a:cubicBezTo>
                    <a:pt x="0" y="233"/>
                    <a:pt x="5" y="126"/>
                    <a:pt x="74" y="63"/>
                  </a:cubicBezTo>
                  <a:cubicBezTo>
                    <a:pt x="143" y="0"/>
                    <a:pt x="251" y="5"/>
                    <a:pt x="315" y="73"/>
                  </a:cubicBezTo>
                  <a:close/>
                </a:path>
              </a:pathLst>
            </a:custGeom>
            <a:solidFill>
              <a:srgbClr val="FFFFFF"/>
            </a:solidFill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41" name="任意多边形: 形状 240"/>
            <p:cNvSpPr>
              <a:spLocks/>
            </p:cNvSpPr>
            <p:nvPr userDrawn="1"/>
          </p:nvSpPr>
          <p:spPr bwMode="auto">
            <a:xfrm>
              <a:off x="525463" y="2736850"/>
              <a:ext cx="1111250" cy="1096963"/>
            </a:xfrm>
            <a:custGeom>
              <a:avLst/>
              <a:gdLst>
                <a:gd name="T0" fmla="*/ 315 w 379"/>
                <a:gd name="T1" fmla="*/ 73 h 374"/>
                <a:gd name="T2" fmla="*/ 305 w 379"/>
                <a:gd name="T3" fmla="*/ 311 h 374"/>
                <a:gd name="T4" fmla="*/ 64 w 379"/>
                <a:gd name="T5" fmla="*/ 301 h 374"/>
                <a:gd name="T6" fmla="*/ 74 w 379"/>
                <a:gd name="T7" fmla="*/ 63 h 374"/>
                <a:gd name="T8" fmla="*/ 315 w 379"/>
                <a:gd name="T9" fmla="*/ 73 h 3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9" h="374">
                  <a:moveTo>
                    <a:pt x="315" y="73"/>
                  </a:moveTo>
                  <a:cubicBezTo>
                    <a:pt x="379" y="142"/>
                    <a:pt x="374" y="248"/>
                    <a:pt x="305" y="311"/>
                  </a:cubicBezTo>
                  <a:cubicBezTo>
                    <a:pt x="235" y="374"/>
                    <a:pt x="128" y="369"/>
                    <a:pt x="64" y="301"/>
                  </a:cubicBezTo>
                  <a:cubicBezTo>
                    <a:pt x="0" y="233"/>
                    <a:pt x="5" y="126"/>
                    <a:pt x="74" y="63"/>
                  </a:cubicBezTo>
                  <a:cubicBezTo>
                    <a:pt x="143" y="0"/>
                    <a:pt x="251" y="5"/>
                    <a:pt x="315" y="73"/>
                  </a:cubicBez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42" name="任意多边形: 形状 241"/>
            <p:cNvSpPr>
              <a:spLocks/>
            </p:cNvSpPr>
            <p:nvPr userDrawn="1"/>
          </p:nvSpPr>
          <p:spPr bwMode="auto">
            <a:xfrm>
              <a:off x="449263" y="2778125"/>
              <a:ext cx="1108075" cy="1096963"/>
            </a:xfrm>
            <a:custGeom>
              <a:avLst/>
              <a:gdLst>
                <a:gd name="T0" fmla="*/ 315 w 378"/>
                <a:gd name="T1" fmla="*/ 73 h 374"/>
                <a:gd name="T2" fmla="*/ 305 w 378"/>
                <a:gd name="T3" fmla="*/ 311 h 374"/>
                <a:gd name="T4" fmla="*/ 64 w 378"/>
                <a:gd name="T5" fmla="*/ 301 h 374"/>
                <a:gd name="T6" fmla="*/ 74 w 378"/>
                <a:gd name="T7" fmla="*/ 63 h 374"/>
                <a:gd name="T8" fmla="*/ 315 w 378"/>
                <a:gd name="T9" fmla="*/ 73 h 3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8" h="374">
                  <a:moveTo>
                    <a:pt x="315" y="73"/>
                  </a:moveTo>
                  <a:cubicBezTo>
                    <a:pt x="378" y="142"/>
                    <a:pt x="374" y="248"/>
                    <a:pt x="305" y="311"/>
                  </a:cubicBezTo>
                  <a:cubicBezTo>
                    <a:pt x="235" y="374"/>
                    <a:pt x="127" y="370"/>
                    <a:pt x="64" y="301"/>
                  </a:cubicBezTo>
                  <a:cubicBezTo>
                    <a:pt x="0" y="233"/>
                    <a:pt x="5" y="126"/>
                    <a:pt x="74" y="63"/>
                  </a:cubicBezTo>
                  <a:cubicBezTo>
                    <a:pt x="143" y="0"/>
                    <a:pt x="251" y="5"/>
                    <a:pt x="315" y="73"/>
                  </a:cubicBez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43" name="任意多边形: 形状 242"/>
            <p:cNvSpPr>
              <a:spLocks/>
            </p:cNvSpPr>
            <p:nvPr userDrawn="1"/>
          </p:nvSpPr>
          <p:spPr bwMode="auto">
            <a:xfrm>
              <a:off x="601663" y="2930525"/>
              <a:ext cx="803275" cy="792163"/>
            </a:xfrm>
            <a:custGeom>
              <a:avLst/>
              <a:gdLst>
                <a:gd name="T0" fmla="*/ 228 w 274"/>
                <a:gd name="T1" fmla="*/ 53 h 270"/>
                <a:gd name="T2" fmla="*/ 221 w 274"/>
                <a:gd name="T3" fmla="*/ 225 h 270"/>
                <a:gd name="T4" fmla="*/ 46 w 274"/>
                <a:gd name="T5" fmla="*/ 217 h 270"/>
                <a:gd name="T6" fmla="*/ 54 w 274"/>
                <a:gd name="T7" fmla="*/ 46 h 270"/>
                <a:gd name="T8" fmla="*/ 228 w 274"/>
                <a:gd name="T9" fmla="*/ 53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4" h="270">
                  <a:moveTo>
                    <a:pt x="228" y="53"/>
                  </a:moveTo>
                  <a:cubicBezTo>
                    <a:pt x="274" y="102"/>
                    <a:pt x="271" y="179"/>
                    <a:pt x="221" y="225"/>
                  </a:cubicBezTo>
                  <a:cubicBezTo>
                    <a:pt x="170" y="270"/>
                    <a:pt x="93" y="267"/>
                    <a:pt x="46" y="217"/>
                  </a:cubicBezTo>
                  <a:cubicBezTo>
                    <a:pt x="0" y="168"/>
                    <a:pt x="4" y="91"/>
                    <a:pt x="54" y="46"/>
                  </a:cubicBezTo>
                  <a:cubicBezTo>
                    <a:pt x="104" y="0"/>
                    <a:pt x="182" y="3"/>
                    <a:pt x="228" y="53"/>
                  </a:cubicBez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44" name="任意多边形: 形状 243"/>
            <p:cNvSpPr>
              <a:spLocks/>
            </p:cNvSpPr>
            <p:nvPr userDrawn="1"/>
          </p:nvSpPr>
          <p:spPr bwMode="auto">
            <a:xfrm>
              <a:off x="601663" y="2930525"/>
              <a:ext cx="803275" cy="792163"/>
            </a:xfrm>
            <a:custGeom>
              <a:avLst/>
              <a:gdLst>
                <a:gd name="T0" fmla="*/ 228 w 274"/>
                <a:gd name="T1" fmla="*/ 53 h 270"/>
                <a:gd name="T2" fmla="*/ 221 w 274"/>
                <a:gd name="T3" fmla="*/ 225 h 270"/>
                <a:gd name="T4" fmla="*/ 46 w 274"/>
                <a:gd name="T5" fmla="*/ 217 h 270"/>
                <a:gd name="T6" fmla="*/ 54 w 274"/>
                <a:gd name="T7" fmla="*/ 46 h 270"/>
                <a:gd name="T8" fmla="*/ 228 w 274"/>
                <a:gd name="T9" fmla="*/ 53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4" h="270">
                  <a:moveTo>
                    <a:pt x="228" y="53"/>
                  </a:moveTo>
                  <a:cubicBezTo>
                    <a:pt x="274" y="102"/>
                    <a:pt x="271" y="179"/>
                    <a:pt x="221" y="225"/>
                  </a:cubicBezTo>
                  <a:cubicBezTo>
                    <a:pt x="170" y="270"/>
                    <a:pt x="93" y="267"/>
                    <a:pt x="46" y="217"/>
                  </a:cubicBezTo>
                  <a:cubicBezTo>
                    <a:pt x="0" y="168"/>
                    <a:pt x="4" y="91"/>
                    <a:pt x="54" y="46"/>
                  </a:cubicBezTo>
                  <a:cubicBezTo>
                    <a:pt x="104" y="0"/>
                    <a:pt x="182" y="3"/>
                    <a:pt x="228" y="53"/>
                  </a:cubicBezTo>
                  <a:close/>
                </a:path>
              </a:pathLst>
            </a:custGeom>
            <a:solidFill>
              <a:srgbClr val="FFFFFF"/>
            </a:solidFill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45" name="任意多边形: 形状 244"/>
            <p:cNvSpPr>
              <a:spLocks/>
            </p:cNvSpPr>
            <p:nvPr userDrawn="1"/>
          </p:nvSpPr>
          <p:spPr bwMode="auto">
            <a:xfrm>
              <a:off x="712788" y="3238500"/>
              <a:ext cx="23813" cy="163513"/>
            </a:xfrm>
            <a:custGeom>
              <a:avLst/>
              <a:gdLst>
                <a:gd name="T0" fmla="*/ 7 w 8"/>
                <a:gd name="T1" fmla="*/ 56 h 56"/>
                <a:gd name="T2" fmla="*/ 8 w 8"/>
                <a:gd name="T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8" h="56">
                  <a:moveTo>
                    <a:pt x="7" y="56"/>
                  </a:moveTo>
                  <a:cubicBezTo>
                    <a:pt x="0" y="38"/>
                    <a:pt x="0" y="16"/>
                    <a:pt x="8" y="0"/>
                  </a:cubicBezTo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46" name="任意多边形: 形状 245"/>
            <p:cNvSpPr>
              <a:spLocks/>
            </p:cNvSpPr>
            <p:nvPr userDrawn="1"/>
          </p:nvSpPr>
          <p:spPr bwMode="auto">
            <a:xfrm>
              <a:off x="8074026" y="5407025"/>
              <a:ext cx="550863" cy="477838"/>
            </a:xfrm>
            <a:custGeom>
              <a:avLst/>
              <a:gdLst>
                <a:gd name="T0" fmla="*/ 63 w 347"/>
                <a:gd name="T1" fmla="*/ 0 h 301"/>
                <a:gd name="T2" fmla="*/ 0 w 347"/>
                <a:gd name="T3" fmla="*/ 78 h 301"/>
                <a:gd name="T4" fmla="*/ 285 w 347"/>
                <a:gd name="T5" fmla="*/ 301 h 301"/>
                <a:gd name="T6" fmla="*/ 347 w 347"/>
                <a:gd name="T7" fmla="*/ 222 h 301"/>
                <a:gd name="T8" fmla="*/ 63 w 347"/>
                <a:gd name="T9" fmla="*/ 0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7" h="301">
                  <a:moveTo>
                    <a:pt x="63" y="0"/>
                  </a:moveTo>
                  <a:lnTo>
                    <a:pt x="0" y="78"/>
                  </a:lnTo>
                  <a:lnTo>
                    <a:pt x="285" y="301"/>
                  </a:lnTo>
                  <a:lnTo>
                    <a:pt x="347" y="22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47" name="任意多边形: 形状 246"/>
            <p:cNvSpPr>
              <a:spLocks/>
            </p:cNvSpPr>
            <p:nvPr userDrawn="1"/>
          </p:nvSpPr>
          <p:spPr bwMode="auto">
            <a:xfrm>
              <a:off x="8509001" y="5735638"/>
              <a:ext cx="268288" cy="273050"/>
            </a:xfrm>
            <a:custGeom>
              <a:avLst/>
              <a:gdLst>
                <a:gd name="T0" fmla="*/ 86 w 169"/>
                <a:gd name="T1" fmla="*/ 0 h 172"/>
                <a:gd name="T2" fmla="*/ 0 w 169"/>
                <a:gd name="T3" fmla="*/ 109 h 172"/>
                <a:gd name="T4" fmla="*/ 83 w 169"/>
                <a:gd name="T5" fmla="*/ 172 h 172"/>
                <a:gd name="T6" fmla="*/ 169 w 169"/>
                <a:gd name="T7" fmla="*/ 63 h 172"/>
                <a:gd name="T8" fmla="*/ 86 w 169"/>
                <a:gd name="T9" fmla="*/ 0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9" h="172">
                  <a:moveTo>
                    <a:pt x="86" y="0"/>
                  </a:moveTo>
                  <a:lnTo>
                    <a:pt x="0" y="109"/>
                  </a:lnTo>
                  <a:lnTo>
                    <a:pt x="83" y="172"/>
                  </a:lnTo>
                  <a:lnTo>
                    <a:pt x="169" y="63"/>
                  </a:lnTo>
                  <a:lnTo>
                    <a:pt x="8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48" name="任意多边形: 形状 247"/>
            <p:cNvSpPr>
              <a:spLocks/>
            </p:cNvSpPr>
            <p:nvPr userDrawn="1"/>
          </p:nvSpPr>
          <p:spPr bwMode="auto">
            <a:xfrm>
              <a:off x="8110538" y="5364163"/>
              <a:ext cx="549275" cy="476250"/>
            </a:xfrm>
            <a:custGeom>
              <a:avLst/>
              <a:gdLst>
                <a:gd name="T0" fmla="*/ 62 w 346"/>
                <a:gd name="T1" fmla="*/ 0 h 300"/>
                <a:gd name="T2" fmla="*/ 0 w 346"/>
                <a:gd name="T3" fmla="*/ 77 h 300"/>
                <a:gd name="T4" fmla="*/ 284 w 346"/>
                <a:gd name="T5" fmla="*/ 300 h 300"/>
                <a:gd name="T6" fmla="*/ 346 w 346"/>
                <a:gd name="T7" fmla="*/ 221 h 300"/>
                <a:gd name="T8" fmla="*/ 62 w 346"/>
                <a:gd name="T9" fmla="*/ 0 h 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6" h="300">
                  <a:moveTo>
                    <a:pt x="62" y="0"/>
                  </a:moveTo>
                  <a:lnTo>
                    <a:pt x="0" y="77"/>
                  </a:lnTo>
                  <a:lnTo>
                    <a:pt x="284" y="300"/>
                  </a:lnTo>
                  <a:lnTo>
                    <a:pt x="346" y="221"/>
                  </a:lnTo>
                  <a:lnTo>
                    <a:pt x="62" y="0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49" name="任意多边形: 形状 248"/>
            <p:cNvSpPr>
              <a:spLocks/>
            </p:cNvSpPr>
            <p:nvPr userDrawn="1"/>
          </p:nvSpPr>
          <p:spPr bwMode="auto">
            <a:xfrm>
              <a:off x="7993063" y="5343525"/>
              <a:ext cx="180975" cy="187325"/>
            </a:xfrm>
            <a:custGeom>
              <a:avLst/>
              <a:gdLst>
                <a:gd name="T0" fmla="*/ 63 w 114"/>
                <a:gd name="T1" fmla="*/ 0 h 118"/>
                <a:gd name="T2" fmla="*/ 0 w 114"/>
                <a:gd name="T3" fmla="*/ 79 h 118"/>
                <a:gd name="T4" fmla="*/ 51 w 114"/>
                <a:gd name="T5" fmla="*/ 118 h 118"/>
                <a:gd name="T6" fmla="*/ 114 w 114"/>
                <a:gd name="T7" fmla="*/ 40 h 118"/>
                <a:gd name="T8" fmla="*/ 63 w 114"/>
                <a:gd name="T9" fmla="*/ 0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4" h="118">
                  <a:moveTo>
                    <a:pt x="63" y="0"/>
                  </a:moveTo>
                  <a:lnTo>
                    <a:pt x="0" y="79"/>
                  </a:lnTo>
                  <a:lnTo>
                    <a:pt x="51" y="118"/>
                  </a:lnTo>
                  <a:lnTo>
                    <a:pt x="114" y="40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50" name="任意多边形: 形状 249"/>
            <p:cNvSpPr>
              <a:spLocks/>
            </p:cNvSpPr>
            <p:nvPr userDrawn="1"/>
          </p:nvSpPr>
          <p:spPr bwMode="auto">
            <a:xfrm>
              <a:off x="8509001" y="5735638"/>
              <a:ext cx="268288" cy="273050"/>
            </a:xfrm>
            <a:custGeom>
              <a:avLst/>
              <a:gdLst>
                <a:gd name="T0" fmla="*/ 86 w 169"/>
                <a:gd name="T1" fmla="*/ 0 h 172"/>
                <a:gd name="T2" fmla="*/ 0 w 169"/>
                <a:gd name="T3" fmla="*/ 109 h 172"/>
                <a:gd name="T4" fmla="*/ 83 w 169"/>
                <a:gd name="T5" fmla="*/ 172 h 172"/>
                <a:gd name="T6" fmla="*/ 169 w 169"/>
                <a:gd name="T7" fmla="*/ 63 h 172"/>
                <a:gd name="T8" fmla="*/ 86 w 169"/>
                <a:gd name="T9" fmla="*/ 0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9" h="172">
                  <a:moveTo>
                    <a:pt x="86" y="0"/>
                  </a:moveTo>
                  <a:lnTo>
                    <a:pt x="0" y="109"/>
                  </a:lnTo>
                  <a:lnTo>
                    <a:pt x="83" y="172"/>
                  </a:lnTo>
                  <a:lnTo>
                    <a:pt x="169" y="63"/>
                  </a:lnTo>
                  <a:lnTo>
                    <a:pt x="86" y="0"/>
                  </a:ln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51" name="任意多边形: 形状 250"/>
            <p:cNvSpPr>
              <a:spLocks/>
            </p:cNvSpPr>
            <p:nvPr userDrawn="1"/>
          </p:nvSpPr>
          <p:spPr bwMode="auto">
            <a:xfrm>
              <a:off x="8074026" y="5407025"/>
              <a:ext cx="550863" cy="477838"/>
            </a:xfrm>
            <a:custGeom>
              <a:avLst/>
              <a:gdLst>
                <a:gd name="T0" fmla="*/ 63 w 347"/>
                <a:gd name="T1" fmla="*/ 0 h 301"/>
                <a:gd name="T2" fmla="*/ 0 w 347"/>
                <a:gd name="T3" fmla="*/ 78 h 301"/>
                <a:gd name="T4" fmla="*/ 285 w 347"/>
                <a:gd name="T5" fmla="*/ 301 h 301"/>
                <a:gd name="T6" fmla="*/ 347 w 347"/>
                <a:gd name="T7" fmla="*/ 222 h 301"/>
                <a:gd name="T8" fmla="*/ 63 w 347"/>
                <a:gd name="T9" fmla="*/ 0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7" h="301">
                  <a:moveTo>
                    <a:pt x="63" y="0"/>
                  </a:moveTo>
                  <a:lnTo>
                    <a:pt x="0" y="78"/>
                  </a:lnTo>
                  <a:lnTo>
                    <a:pt x="285" y="301"/>
                  </a:lnTo>
                  <a:lnTo>
                    <a:pt x="347" y="222"/>
                  </a:lnTo>
                  <a:lnTo>
                    <a:pt x="63" y="0"/>
                  </a:ln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52" name="任意多边形: 形状 251"/>
            <p:cNvSpPr>
              <a:spLocks/>
            </p:cNvSpPr>
            <p:nvPr userDrawn="1"/>
          </p:nvSpPr>
          <p:spPr bwMode="auto">
            <a:xfrm>
              <a:off x="7993063" y="5343525"/>
              <a:ext cx="180975" cy="187325"/>
            </a:xfrm>
            <a:custGeom>
              <a:avLst/>
              <a:gdLst>
                <a:gd name="T0" fmla="*/ 63 w 114"/>
                <a:gd name="T1" fmla="*/ 0 h 118"/>
                <a:gd name="T2" fmla="*/ 0 w 114"/>
                <a:gd name="T3" fmla="*/ 79 h 118"/>
                <a:gd name="T4" fmla="*/ 51 w 114"/>
                <a:gd name="T5" fmla="*/ 118 h 118"/>
                <a:gd name="T6" fmla="*/ 114 w 114"/>
                <a:gd name="T7" fmla="*/ 40 h 118"/>
                <a:gd name="T8" fmla="*/ 63 w 114"/>
                <a:gd name="T9" fmla="*/ 0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4" h="118">
                  <a:moveTo>
                    <a:pt x="63" y="0"/>
                  </a:moveTo>
                  <a:lnTo>
                    <a:pt x="0" y="79"/>
                  </a:lnTo>
                  <a:lnTo>
                    <a:pt x="51" y="118"/>
                  </a:lnTo>
                  <a:lnTo>
                    <a:pt x="114" y="40"/>
                  </a:lnTo>
                  <a:lnTo>
                    <a:pt x="63" y="0"/>
                  </a:ln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53" name="任意多边形: 形状 252"/>
            <p:cNvSpPr>
              <a:spLocks/>
            </p:cNvSpPr>
            <p:nvPr userDrawn="1"/>
          </p:nvSpPr>
          <p:spPr bwMode="auto">
            <a:xfrm>
              <a:off x="8489951" y="5648325"/>
              <a:ext cx="1014413" cy="998538"/>
            </a:xfrm>
            <a:custGeom>
              <a:avLst/>
              <a:gdLst>
                <a:gd name="T0" fmla="*/ 267 w 346"/>
                <a:gd name="T1" fmla="*/ 52 h 341"/>
                <a:gd name="T2" fmla="*/ 53 w 346"/>
                <a:gd name="T3" fmla="*/ 77 h 341"/>
                <a:gd name="T4" fmla="*/ 79 w 346"/>
                <a:gd name="T5" fmla="*/ 290 h 341"/>
                <a:gd name="T6" fmla="*/ 294 w 346"/>
                <a:gd name="T7" fmla="*/ 265 h 341"/>
                <a:gd name="T8" fmla="*/ 267 w 346"/>
                <a:gd name="T9" fmla="*/ 52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6" h="341">
                  <a:moveTo>
                    <a:pt x="267" y="52"/>
                  </a:moveTo>
                  <a:cubicBezTo>
                    <a:pt x="201" y="0"/>
                    <a:pt x="105" y="11"/>
                    <a:pt x="53" y="77"/>
                  </a:cubicBezTo>
                  <a:cubicBezTo>
                    <a:pt x="0" y="143"/>
                    <a:pt x="12" y="238"/>
                    <a:pt x="79" y="290"/>
                  </a:cubicBezTo>
                  <a:cubicBezTo>
                    <a:pt x="145" y="341"/>
                    <a:pt x="241" y="330"/>
                    <a:pt x="294" y="265"/>
                  </a:cubicBezTo>
                  <a:cubicBezTo>
                    <a:pt x="346" y="199"/>
                    <a:pt x="334" y="104"/>
                    <a:pt x="267" y="52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54" name="任意多边形: 形状 253"/>
            <p:cNvSpPr>
              <a:spLocks/>
            </p:cNvSpPr>
            <p:nvPr userDrawn="1"/>
          </p:nvSpPr>
          <p:spPr bwMode="auto">
            <a:xfrm>
              <a:off x="8523288" y="5576888"/>
              <a:ext cx="1012825" cy="1000125"/>
            </a:xfrm>
            <a:custGeom>
              <a:avLst/>
              <a:gdLst>
                <a:gd name="T0" fmla="*/ 267 w 346"/>
                <a:gd name="T1" fmla="*/ 52 h 341"/>
                <a:gd name="T2" fmla="*/ 52 w 346"/>
                <a:gd name="T3" fmla="*/ 77 h 341"/>
                <a:gd name="T4" fmla="*/ 79 w 346"/>
                <a:gd name="T5" fmla="*/ 290 h 341"/>
                <a:gd name="T6" fmla="*/ 293 w 346"/>
                <a:gd name="T7" fmla="*/ 265 h 341"/>
                <a:gd name="T8" fmla="*/ 267 w 346"/>
                <a:gd name="T9" fmla="*/ 52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6" h="341">
                  <a:moveTo>
                    <a:pt x="267" y="52"/>
                  </a:moveTo>
                  <a:cubicBezTo>
                    <a:pt x="201" y="0"/>
                    <a:pt x="105" y="11"/>
                    <a:pt x="52" y="77"/>
                  </a:cubicBezTo>
                  <a:cubicBezTo>
                    <a:pt x="0" y="142"/>
                    <a:pt x="12" y="238"/>
                    <a:pt x="79" y="290"/>
                  </a:cubicBezTo>
                  <a:cubicBezTo>
                    <a:pt x="145" y="341"/>
                    <a:pt x="241" y="330"/>
                    <a:pt x="293" y="265"/>
                  </a:cubicBezTo>
                  <a:cubicBezTo>
                    <a:pt x="346" y="199"/>
                    <a:pt x="334" y="104"/>
                    <a:pt x="267" y="52"/>
                  </a:cubicBez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55" name="任意多边形: 形状 254"/>
            <p:cNvSpPr>
              <a:spLocks/>
            </p:cNvSpPr>
            <p:nvPr userDrawn="1"/>
          </p:nvSpPr>
          <p:spPr bwMode="auto">
            <a:xfrm>
              <a:off x="8489951" y="5648325"/>
              <a:ext cx="1014413" cy="998538"/>
            </a:xfrm>
            <a:custGeom>
              <a:avLst/>
              <a:gdLst>
                <a:gd name="T0" fmla="*/ 267 w 346"/>
                <a:gd name="T1" fmla="*/ 52 h 341"/>
                <a:gd name="T2" fmla="*/ 53 w 346"/>
                <a:gd name="T3" fmla="*/ 77 h 341"/>
                <a:gd name="T4" fmla="*/ 79 w 346"/>
                <a:gd name="T5" fmla="*/ 290 h 341"/>
                <a:gd name="T6" fmla="*/ 294 w 346"/>
                <a:gd name="T7" fmla="*/ 265 h 341"/>
                <a:gd name="T8" fmla="*/ 267 w 346"/>
                <a:gd name="T9" fmla="*/ 52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6" h="341">
                  <a:moveTo>
                    <a:pt x="267" y="52"/>
                  </a:moveTo>
                  <a:cubicBezTo>
                    <a:pt x="201" y="0"/>
                    <a:pt x="105" y="11"/>
                    <a:pt x="53" y="77"/>
                  </a:cubicBezTo>
                  <a:cubicBezTo>
                    <a:pt x="0" y="143"/>
                    <a:pt x="12" y="238"/>
                    <a:pt x="79" y="290"/>
                  </a:cubicBezTo>
                  <a:cubicBezTo>
                    <a:pt x="145" y="341"/>
                    <a:pt x="241" y="330"/>
                    <a:pt x="294" y="265"/>
                  </a:cubicBezTo>
                  <a:cubicBezTo>
                    <a:pt x="346" y="199"/>
                    <a:pt x="334" y="104"/>
                    <a:pt x="267" y="52"/>
                  </a:cubicBez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56" name="任意多边形: 形状 255"/>
            <p:cNvSpPr>
              <a:spLocks/>
            </p:cNvSpPr>
            <p:nvPr userDrawn="1"/>
          </p:nvSpPr>
          <p:spPr bwMode="auto">
            <a:xfrm>
              <a:off x="8631238" y="5788025"/>
              <a:ext cx="731838" cy="720725"/>
            </a:xfrm>
            <a:custGeom>
              <a:avLst/>
              <a:gdLst>
                <a:gd name="T0" fmla="*/ 193 w 250"/>
                <a:gd name="T1" fmla="*/ 37 h 246"/>
                <a:gd name="T2" fmla="*/ 38 w 250"/>
                <a:gd name="T3" fmla="*/ 55 h 246"/>
                <a:gd name="T4" fmla="*/ 57 w 250"/>
                <a:gd name="T5" fmla="*/ 209 h 246"/>
                <a:gd name="T6" fmla="*/ 212 w 250"/>
                <a:gd name="T7" fmla="*/ 191 h 246"/>
                <a:gd name="T8" fmla="*/ 193 w 250"/>
                <a:gd name="T9" fmla="*/ 37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0" h="246">
                  <a:moveTo>
                    <a:pt x="193" y="37"/>
                  </a:moveTo>
                  <a:cubicBezTo>
                    <a:pt x="145" y="0"/>
                    <a:pt x="76" y="8"/>
                    <a:pt x="38" y="55"/>
                  </a:cubicBezTo>
                  <a:cubicBezTo>
                    <a:pt x="0" y="102"/>
                    <a:pt x="9" y="171"/>
                    <a:pt x="57" y="209"/>
                  </a:cubicBezTo>
                  <a:cubicBezTo>
                    <a:pt x="105" y="246"/>
                    <a:pt x="175" y="238"/>
                    <a:pt x="212" y="191"/>
                  </a:cubicBezTo>
                  <a:cubicBezTo>
                    <a:pt x="250" y="143"/>
                    <a:pt x="241" y="75"/>
                    <a:pt x="193" y="37"/>
                  </a:cubicBez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57" name="任意多边形: 形状 256"/>
            <p:cNvSpPr>
              <a:spLocks/>
            </p:cNvSpPr>
            <p:nvPr userDrawn="1"/>
          </p:nvSpPr>
          <p:spPr bwMode="auto">
            <a:xfrm>
              <a:off x="8631238" y="5788025"/>
              <a:ext cx="731838" cy="720725"/>
            </a:xfrm>
            <a:custGeom>
              <a:avLst/>
              <a:gdLst>
                <a:gd name="T0" fmla="*/ 193 w 250"/>
                <a:gd name="T1" fmla="*/ 37 h 246"/>
                <a:gd name="T2" fmla="*/ 38 w 250"/>
                <a:gd name="T3" fmla="*/ 55 h 246"/>
                <a:gd name="T4" fmla="*/ 57 w 250"/>
                <a:gd name="T5" fmla="*/ 209 h 246"/>
                <a:gd name="T6" fmla="*/ 212 w 250"/>
                <a:gd name="T7" fmla="*/ 191 h 246"/>
                <a:gd name="T8" fmla="*/ 193 w 250"/>
                <a:gd name="T9" fmla="*/ 37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0" h="246">
                  <a:moveTo>
                    <a:pt x="193" y="37"/>
                  </a:moveTo>
                  <a:cubicBezTo>
                    <a:pt x="145" y="0"/>
                    <a:pt x="76" y="8"/>
                    <a:pt x="38" y="55"/>
                  </a:cubicBezTo>
                  <a:cubicBezTo>
                    <a:pt x="0" y="102"/>
                    <a:pt x="9" y="171"/>
                    <a:pt x="57" y="209"/>
                  </a:cubicBezTo>
                  <a:cubicBezTo>
                    <a:pt x="105" y="246"/>
                    <a:pt x="175" y="238"/>
                    <a:pt x="212" y="191"/>
                  </a:cubicBezTo>
                  <a:cubicBezTo>
                    <a:pt x="250" y="143"/>
                    <a:pt x="241" y="75"/>
                    <a:pt x="193" y="37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58" name="任意多边形: 形状 257"/>
            <p:cNvSpPr>
              <a:spLocks/>
            </p:cNvSpPr>
            <p:nvPr userDrawn="1"/>
          </p:nvSpPr>
          <p:spPr bwMode="auto">
            <a:xfrm>
              <a:off x="8947151" y="6380163"/>
              <a:ext cx="149225" cy="26988"/>
            </a:xfrm>
            <a:custGeom>
              <a:avLst/>
              <a:gdLst>
                <a:gd name="T0" fmla="*/ 0 w 51"/>
                <a:gd name="T1" fmla="*/ 4 h 9"/>
                <a:gd name="T2" fmla="*/ 51 w 51"/>
                <a:gd name="T3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1" h="9">
                  <a:moveTo>
                    <a:pt x="0" y="4"/>
                  </a:moveTo>
                  <a:cubicBezTo>
                    <a:pt x="17" y="9"/>
                    <a:pt x="37" y="8"/>
                    <a:pt x="51" y="0"/>
                  </a:cubicBezTo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59" name="任意多边形: 形状 258"/>
            <p:cNvSpPr>
              <a:spLocks/>
            </p:cNvSpPr>
            <p:nvPr userDrawn="1"/>
          </p:nvSpPr>
          <p:spPr bwMode="auto">
            <a:xfrm>
              <a:off x="1565276" y="5021263"/>
              <a:ext cx="1416050" cy="1139825"/>
            </a:xfrm>
            <a:custGeom>
              <a:avLst/>
              <a:gdLst>
                <a:gd name="T0" fmla="*/ 401 w 483"/>
                <a:gd name="T1" fmla="*/ 0 h 389"/>
                <a:gd name="T2" fmla="*/ 471 w 483"/>
                <a:gd name="T3" fmla="*/ 226 h 389"/>
                <a:gd name="T4" fmla="*/ 292 w 483"/>
                <a:gd name="T5" fmla="*/ 355 h 389"/>
                <a:gd name="T6" fmla="*/ 71 w 483"/>
                <a:gd name="T7" fmla="*/ 349 h 389"/>
                <a:gd name="T8" fmla="*/ 0 w 483"/>
                <a:gd name="T9" fmla="*/ 123 h 389"/>
                <a:gd name="T10" fmla="*/ 401 w 483"/>
                <a:gd name="T11" fmla="*/ 0 h 3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83" h="389">
                  <a:moveTo>
                    <a:pt x="401" y="0"/>
                  </a:moveTo>
                  <a:cubicBezTo>
                    <a:pt x="471" y="226"/>
                    <a:pt x="471" y="226"/>
                    <a:pt x="471" y="226"/>
                  </a:cubicBezTo>
                  <a:cubicBezTo>
                    <a:pt x="483" y="263"/>
                    <a:pt x="403" y="321"/>
                    <a:pt x="292" y="355"/>
                  </a:cubicBezTo>
                  <a:cubicBezTo>
                    <a:pt x="182" y="389"/>
                    <a:pt x="82" y="386"/>
                    <a:pt x="71" y="349"/>
                  </a:cubicBezTo>
                  <a:cubicBezTo>
                    <a:pt x="0" y="123"/>
                    <a:pt x="0" y="123"/>
                    <a:pt x="0" y="123"/>
                  </a:cubicBezTo>
                  <a:lnTo>
                    <a:pt x="401" y="0"/>
                  </a:lnTo>
                  <a:close/>
                </a:path>
              </a:pathLst>
            </a:custGeom>
            <a:solidFill>
              <a:srgbClr val="FFFFFF"/>
            </a:solidFill>
            <a:ln w="44450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60" name="任意多边形: 形状 259"/>
            <p:cNvSpPr>
              <a:spLocks/>
            </p:cNvSpPr>
            <p:nvPr userDrawn="1"/>
          </p:nvSpPr>
          <p:spPr bwMode="auto">
            <a:xfrm>
              <a:off x="1706563" y="5614988"/>
              <a:ext cx="1244600" cy="601663"/>
            </a:xfrm>
            <a:custGeom>
              <a:avLst/>
              <a:gdLst>
                <a:gd name="T0" fmla="*/ 221 w 425"/>
                <a:gd name="T1" fmla="*/ 129 h 205"/>
                <a:gd name="T2" fmla="*/ 400 w 425"/>
                <a:gd name="T3" fmla="*/ 0 h 205"/>
                <a:gd name="T4" fmla="*/ 413 w 425"/>
                <a:gd name="T5" fmla="*/ 41 h 205"/>
                <a:gd name="T6" fmla="*/ 234 w 425"/>
                <a:gd name="T7" fmla="*/ 171 h 205"/>
                <a:gd name="T8" fmla="*/ 13 w 425"/>
                <a:gd name="T9" fmla="*/ 164 h 205"/>
                <a:gd name="T10" fmla="*/ 0 w 425"/>
                <a:gd name="T11" fmla="*/ 123 h 205"/>
                <a:gd name="T12" fmla="*/ 221 w 425"/>
                <a:gd name="T13" fmla="*/ 129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5" h="205">
                  <a:moveTo>
                    <a:pt x="221" y="129"/>
                  </a:moveTo>
                  <a:cubicBezTo>
                    <a:pt x="332" y="95"/>
                    <a:pt x="412" y="37"/>
                    <a:pt x="400" y="0"/>
                  </a:cubicBezTo>
                  <a:cubicBezTo>
                    <a:pt x="413" y="41"/>
                    <a:pt x="413" y="41"/>
                    <a:pt x="413" y="41"/>
                  </a:cubicBezTo>
                  <a:cubicBezTo>
                    <a:pt x="425" y="79"/>
                    <a:pt x="345" y="137"/>
                    <a:pt x="234" y="171"/>
                  </a:cubicBezTo>
                  <a:cubicBezTo>
                    <a:pt x="124" y="205"/>
                    <a:pt x="25" y="202"/>
                    <a:pt x="13" y="164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11" y="160"/>
                    <a:pt x="111" y="163"/>
                    <a:pt x="221" y="129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61" name="任意多边形: 形状 260"/>
            <p:cNvSpPr>
              <a:spLocks/>
            </p:cNvSpPr>
            <p:nvPr userDrawn="1"/>
          </p:nvSpPr>
          <p:spPr bwMode="auto">
            <a:xfrm>
              <a:off x="1735138" y="5559425"/>
              <a:ext cx="1246188" cy="601663"/>
            </a:xfrm>
            <a:custGeom>
              <a:avLst/>
              <a:gdLst>
                <a:gd name="T0" fmla="*/ 221 w 425"/>
                <a:gd name="T1" fmla="*/ 129 h 205"/>
                <a:gd name="T2" fmla="*/ 400 w 425"/>
                <a:gd name="T3" fmla="*/ 0 h 205"/>
                <a:gd name="T4" fmla="*/ 413 w 425"/>
                <a:gd name="T5" fmla="*/ 42 h 205"/>
                <a:gd name="T6" fmla="*/ 234 w 425"/>
                <a:gd name="T7" fmla="*/ 171 h 205"/>
                <a:gd name="T8" fmla="*/ 13 w 425"/>
                <a:gd name="T9" fmla="*/ 165 h 205"/>
                <a:gd name="T10" fmla="*/ 0 w 425"/>
                <a:gd name="T11" fmla="*/ 123 h 205"/>
                <a:gd name="T12" fmla="*/ 221 w 425"/>
                <a:gd name="T13" fmla="*/ 129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5" h="205">
                  <a:moveTo>
                    <a:pt x="221" y="129"/>
                  </a:moveTo>
                  <a:cubicBezTo>
                    <a:pt x="332" y="95"/>
                    <a:pt x="412" y="38"/>
                    <a:pt x="400" y="0"/>
                  </a:cubicBezTo>
                  <a:cubicBezTo>
                    <a:pt x="413" y="42"/>
                    <a:pt x="413" y="42"/>
                    <a:pt x="413" y="42"/>
                  </a:cubicBezTo>
                  <a:cubicBezTo>
                    <a:pt x="425" y="79"/>
                    <a:pt x="345" y="137"/>
                    <a:pt x="234" y="171"/>
                  </a:cubicBezTo>
                  <a:cubicBezTo>
                    <a:pt x="124" y="205"/>
                    <a:pt x="24" y="202"/>
                    <a:pt x="13" y="165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11" y="160"/>
                    <a:pt x="111" y="163"/>
                    <a:pt x="221" y="129"/>
                  </a:cubicBezTo>
                  <a:close/>
                </a:path>
              </a:pathLst>
            </a:custGeom>
            <a:noFill/>
            <a:ln w="4445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62" name="任意多边形: 形状 261"/>
            <p:cNvSpPr>
              <a:spLocks/>
            </p:cNvSpPr>
            <p:nvPr userDrawn="1"/>
          </p:nvSpPr>
          <p:spPr bwMode="auto">
            <a:xfrm>
              <a:off x="1277938" y="4883150"/>
              <a:ext cx="1784350" cy="747713"/>
            </a:xfrm>
            <a:custGeom>
              <a:avLst/>
              <a:gdLst>
                <a:gd name="T0" fmla="*/ 0 w 1124"/>
                <a:gd name="T1" fmla="*/ 408 h 471"/>
                <a:gd name="T2" fmla="*/ 635 w 1124"/>
                <a:gd name="T3" fmla="*/ 471 h 471"/>
                <a:gd name="T4" fmla="*/ 1124 w 1124"/>
                <a:gd name="T5" fmla="*/ 63 h 471"/>
                <a:gd name="T6" fmla="*/ 488 w 1124"/>
                <a:gd name="T7" fmla="*/ 0 h 471"/>
                <a:gd name="T8" fmla="*/ 0 w 1124"/>
                <a:gd name="T9" fmla="*/ 408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24" h="471">
                  <a:moveTo>
                    <a:pt x="0" y="408"/>
                  </a:moveTo>
                  <a:lnTo>
                    <a:pt x="635" y="471"/>
                  </a:lnTo>
                  <a:lnTo>
                    <a:pt x="1124" y="63"/>
                  </a:lnTo>
                  <a:lnTo>
                    <a:pt x="488" y="0"/>
                  </a:lnTo>
                  <a:lnTo>
                    <a:pt x="0" y="40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63" name="任意多边形: 形状 262"/>
            <p:cNvSpPr>
              <a:spLocks/>
            </p:cNvSpPr>
            <p:nvPr userDrawn="1"/>
          </p:nvSpPr>
          <p:spPr bwMode="auto">
            <a:xfrm>
              <a:off x="1128713" y="4926013"/>
              <a:ext cx="1784350" cy="750888"/>
            </a:xfrm>
            <a:custGeom>
              <a:avLst/>
              <a:gdLst>
                <a:gd name="T0" fmla="*/ 0 w 1124"/>
                <a:gd name="T1" fmla="*/ 408 h 473"/>
                <a:gd name="T2" fmla="*/ 637 w 1124"/>
                <a:gd name="T3" fmla="*/ 473 h 473"/>
                <a:gd name="T4" fmla="*/ 1124 w 1124"/>
                <a:gd name="T5" fmla="*/ 65 h 473"/>
                <a:gd name="T6" fmla="*/ 487 w 1124"/>
                <a:gd name="T7" fmla="*/ 0 h 473"/>
                <a:gd name="T8" fmla="*/ 0 w 1124"/>
                <a:gd name="T9" fmla="*/ 408 h 4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24" h="473">
                  <a:moveTo>
                    <a:pt x="0" y="408"/>
                  </a:moveTo>
                  <a:lnTo>
                    <a:pt x="637" y="473"/>
                  </a:lnTo>
                  <a:lnTo>
                    <a:pt x="1124" y="65"/>
                  </a:lnTo>
                  <a:lnTo>
                    <a:pt x="487" y="0"/>
                  </a:lnTo>
                  <a:lnTo>
                    <a:pt x="0" y="408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64" name="任意多边形: 形状 263"/>
            <p:cNvSpPr>
              <a:spLocks/>
            </p:cNvSpPr>
            <p:nvPr userDrawn="1"/>
          </p:nvSpPr>
          <p:spPr bwMode="auto">
            <a:xfrm>
              <a:off x="1277938" y="4883150"/>
              <a:ext cx="1784350" cy="747713"/>
            </a:xfrm>
            <a:custGeom>
              <a:avLst/>
              <a:gdLst>
                <a:gd name="T0" fmla="*/ 0 w 1124"/>
                <a:gd name="T1" fmla="*/ 408 h 471"/>
                <a:gd name="T2" fmla="*/ 635 w 1124"/>
                <a:gd name="T3" fmla="*/ 471 h 471"/>
                <a:gd name="T4" fmla="*/ 1124 w 1124"/>
                <a:gd name="T5" fmla="*/ 63 h 471"/>
                <a:gd name="T6" fmla="*/ 488 w 1124"/>
                <a:gd name="T7" fmla="*/ 0 h 471"/>
                <a:gd name="T8" fmla="*/ 0 w 1124"/>
                <a:gd name="T9" fmla="*/ 408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24" h="471">
                  <a:moveTo>
                    <a:pt x="0" y="408"/>
                  </a:moveTo>
                  <a:lnTo>
                    <a:pt x="635" y="471"/>
                  </a:lnTo>
                  <a:lnTo>
                    <a:pt x="1124" y="63"/>
                  </a:lnTo>
                  <a:lnTo>
                    <a:pt x="488" y="0"/>
                  </a:lnTo>
                  <a:lnTo>
                    <a:pt x="0" y="408"/>
                  </a:lnTo>
                  <a:close/>
                </a:path>
              </a:pathLst>
            </a:custGeom>
            <a:noFill/>
            <a:ln w="4445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65" name="任意多边形: 形状 264"/>
            <p:cNvSpPr>
              <a:spLocks/>
            </p:cNvSpPr>
            <p:nvPr userDrawn="1"/>
          </p:nvSpPr>
          <p:spPr bwMode="auto">
            <a:xfrm>
              <a:off x="1277938" y="5257800"/>
              <a:ext cx="890588" cy="738188"/>
            </a:xfrm>
            <a:custGeom>
              <a:avLst/>
              <a:gdLst>
                <a:gd name="T0" fmla="*/ 561 w 561"/>
                <a:gd name="T1" fmla="*/ 0 h 465"/>
                <a:gd name="T2" fmla="*/ 0 w 561"/>
                <a:gd name="T3" fmla="*/ 172 h 465"/>
                <a:gd name="T4" fmla="*/ 91 w 561"/>
                <a:gd name="T5" fmla="*/ 465 h 4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61" h="465">
                  <a:moveTo>
                    <a:pt x="561" y="0"/>
                  </a:moveTo>
                  <a:lnTo>
                    <a:pt x="0" y="172"/>
                  </a:lnTo>
                  <a:lnTo>
                    <a:pt x="91" y="465"/>
                  </a:lnTo>
                </a:path>
              </a:pathLst>
            </a:custGeom>
            <a:noFill/>
            <a:ln w="4445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66" name="任意多边形: 形状 265"/>
            <p:cNvSpPr>
              <a:spLocks/>
            </p:cNvSpPr>
            <p:nvPr userDrawn="1"/>
          </p:nvSpPr>
          <p:spPr bwMode="auto">
            <a:xfrm>
              <a:off x="1325563" y="5995988"/>
              <a:ext cx="152400" cy="152400"/>
            </a:xfrm>
            <a:custGeom>
              <a:avLst/>
              <a:gdLst>
                <a:gd name="T0" fmla="*/ 4 w 52"/>
                <a:gd name="T1" fmla="*/ 33 h 52"/>
                <a:gd name="T2" fmla="*/ 33 w 52"/>
                <a:gd name="T3" fmla="*/ 48 h 52"/>
                <a:gd name="T4" fmla="*/ 48 w 52"/>
                <a:gd name="T5" fmla="*/ 19 h 52"/>
                <a:gd name="T6" fmla="*/ 19 w 52"/>
                <a:gd name="T7" fmla="*/ 4 h 52"/>
                <a:gd name="T8" fmla="*/ 4 w 52"/>
                <a:gd name="T9" fmla="*/ 33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52">
                  <a:moveTo>
                    <a:pt x="4" y="33"/>
                  </a:moveTo>
                  <a:cubicBezTo>
                    <a:pt x="8" y="45"/>
                    <a:pt x="21" y="52"/>
                    <a:pt x="33" y="48"/>
                  </a:cubicBezTo>
                  <a:cubicBezTo>
                    <a:pt x="45" y="44"/>
                    <a:pt x="52" y="31"/>
                    <a:pt x="48" y="19"/>
                  </a:cubicBezTo>
                  <a:cubicBezTo>
                    <a:pt x="44" y="7"/>
                    <a:pt x="31" y="0"/>
                    <a:pt x="19" y="4"/>
                  </a:cubicBezTo>
                  <a:cubicBezTo>
                    <a:pt x="7" y="8"/>
                    <a:pt x="0" y="21"/>
                    <a:pt x="4" y="33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67" name="任意多边形: 形状 266"/>
            <p:cNvSpPr>
              <a:spLocks/>
            </p:cNvSpPr>
            <p:nvPr userDrawn="1"/>
          </p:nvSpPr>
          <p:spPr bwMode="auto">
            <a:xfrm>
              <a:off x="1366838" y="5984875"/>
              <a:ext cx="152400" cy="149225"/>
            </a:xfrm>
            <a:custGeom>
              <a:avLst/>
              <a:gdLst>
                <a:gd name="T0" fmla="*/ 4 w 52"/>
                <a:gd name="T1" fmla="*/ 32 h 51"/>
                <a:gd name="T2" fmla="*/ 33 w 52"/>
                <a:gd name="T3" fmla="*/ 47 h 51"/>
                <a:gd name="T4" fmla="*/ 48 w 52"/>
                <a:gd name="T5" fmla="*/ 19 h 51"/>
                <a:gd name="T6" fmla="*/ 19 w 52"/>
                <a:gd name="T7" fmla="*/ 4 h 51"/>
                <a:gd name="T8" fmla="*/ 4 w 52"/>
                <a:gd name="T9" fmla="*/ 32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51">
                  <a:moveTo>
                    <a:pt x="4" y="32"/>
                  </a:moveTo>
                  <a:cubicBezTo>
                    <a:pt x="8" y="44"/>
                    <a:pt x="21" y="51"/>
                    <a:pt x="33" y="47"/>
                  </a:cubicBezTo>
                  <a:cubicBezTo>
                    <a:pt x="45" y="44"/>
                    <a:pt x="52" y="31"/>
                    <a:pt x="48" y="19"/>
                  </a:cubicBezTo>
                  <a:cubicBezTo>
                    <a:pt x="45" y="7"/>
                    <a:pt x="32" y="0"/>
                    <a:pt x="19" y="4"/>
                  </a:cubicBezTo>
                  <a:cubicBezTo>
                    <a:pt x="7" y="7"/>
                    <a:pt x="0" y="20"/>
                    <a:pt x="4" y="32"/>
                  </a:cubicBezTo>
                  <a:close/>
                </a:path>
              </a:pathLst>
            </a:custGeom>
            <a:noFill/>
            <a:ln w="4445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68" name="任意多边形: 形状 267"/>
            <p:cNvSpPr>
              <a:spLocks/>
            </p:cNvSpPr>
            <p:nvPr userDrawn="1"/>
          </p:nvSpPr>
          <p:spPr bwMode="auto">
            <a:xfrm>
              <a:off x="1463676" y="6122988"/>
              <a:ext cx="42863" cy="134938"/>
            </a:xfrm>
            <a:custGeom>
              <a:avLst/>
              <a:gdLst>
                <a:gd name="T0" fmla="*/ 0 w 27"/>
                <a:gd name="T1" fmla="*/ 0 h 85"/>
                <a:gd name="T2" fmla="*/ 27 w 27"/>
                <a:gd name="T3" fmla="*/ 85 h 85"/>
                <a:gd name="T4" fmla="*/ 0 w 27"/>
                <a:gd name="T5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" h="85">
                  <a:moveTo>
                    <a:pt x="0" y="0"/>
                  </a:moveTo>
                  <a:lnTo>
                    <a:pt x="27" y="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69" name="直接连接符 268"/>
            <p:cNvSpPr>
              <a:spLocks noChangeShapeType="1"/>
            </p:cNvSpPr>
            <p:nvPr userDrawn="1"/>
          </p:nvSpPr>
          <p:spPr bwMode="auto">
            <a:xfrm>
              <a:off x="1463676" y="6122988"/>
              <a:ext cx="42863" cy="134938"/>
            </a:xfrm>
            <a:prstGeom prst="line">
              <a:avLst/>
            </a:prstGeom>
            <a:noFill/>
            <a:ln w="4445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70" name="任意多边形: 形状 269"/>
            <p:cNvSpPr>
              <a:spLocks/>
            </p:cNvSpPr>
            <p:nvPr userDrawn="1"/>
          </p:nvSpPr>
          <p:spPr bwMode="auto">
            <a:xfrm>
              <a:off x="247651" y="4492625"/>
              <a:ext cx="228600" cy="280988"/>
            </a:xfrm>
            <a:custGeom>
              <a:avLst/>
              <a:gdLst>
                <a:gd name="T0" fmla="*/ 2 w 78"/>
                <a:gd name="T1" fmla="*/ 44 h 96"/>
                <a:gd name="T2" fmla="*/ 2 w 78"/>
                <a:gd name="T3" fmla="*/ 44 h 96"/>
                <a:gd name="T4" fmla="*/ 44 w 78"/>
                <a:gd name="T5" fmla="*/ 94 h 96"/>
                <a:gd name="T6" fmla="*/ 69 w 78"/>
                <a:gd name="T7" fmla="*/ 96 h 96"/>
                <a:gd name="T8" fmla="*/ 78 w 78"/>
                <a:gd name="T9" fmla="*/ 5 h 96"/>
                <a:gd name="T10" fmla="*/ 53 w 78"/>
                <a:gd name="T11" fmla="*/ 3 h 96"/>
                <a:gd name="T12" fmla="*/ 2 w 78"/>
                <a:gd name="T13" fmla="*/ 44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8" h="96">
                  <a:moveTo>
                    <a:pt x="2" y="44"/>
                  </a:moveTo>
                  <a:cubicBezTo>
                    <a:pt x="2" y="44"/>
                    <a:pt x="2" y="44"/>
                    <a:pt x="2" y="44"/>
                  </a:cubicBezTo>
                  <a:cubicBezTo>
                    <a:pt x="0" y="69"/>
                    <a:pt x="18" y="91"/>
                    <a:pt x="44" y="94"/>
                  </a:cubicBezTo>
                  <a:cubicBezTo>
                    <a:pt x="69" y="96"/>
                    <a:pt x="69" y="96"/>
                    <a:pt x="69" y="96"/>
                  </a:cubicBezTo>
                  <a:cubicBezTo>
                    <a:pt x="78" y="5"/>
                    <a:pt x="78" y="5"/>
                    <a:pt x="78" y="5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27" y="0"/>
                    <a:pt x="5" y="19"/>
                    <a:pt x="2" y="4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71" name="任意多边形: 形状 270"/>
            <p:cNvSpPr>
              <a:spLocks/>
            </p:cNvSpPr>
            <p:nvPr userDrawn="1"/>
          </p:nvSpPr>
          <p:spPr bwMode="auto">
            <a:xfrm>
              <a:off x="449263" y="4506913"/>
              <a:ext cx="144463" cy="279400"/>
            </a:xfrm>
            <a:custGeom>
              <a:avLst/>
              <a:gdLst>
                <a:gd name="T0" fmla="*/ 72 w 91"/>
                <a:gd name="T1" fmla="*/ 176 h 176"/>
                <a:gd name="T2" fmla="*/ 0 w 91"/>
                <a:gd name="T3" fmla="*/ 168 h 176"/>
                <a:gd name="T4" fmla="*/ 17 w 91"/>
                <a:gd name="T5" fmla="*/ 0 h 176"/>
                <a:gd name="T6" fmla="*/ 91 w 91"/>
                <a:gd name="T7" fmla="*/ 8 h 176"/>
                <a:gd name="T8" fmla="*/ 72 w 91"/>
                <a:gd name="T9" fmla="*/ 176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1" h="176">
                  <a:moveTo>
                    <a:pt x="72" y="176"/>
                  </a:moveTo>
                  <a:lnTo>
                    <a:pt x="0" y="168"/>
                  </a:lnTo>
                  <a:lnTo>
                    <a:pt x="17" y="0"/>
                  </a:lnTo>
                  <a:lnTo>
                    <a:pt x="91" y="8"/>
                  </a:lnTo>
                  <a:lnTo>
                    <a:pt x="72" y="17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72" name="任意多边形: 形状 271"/>
            <p:cNvSpPr>
              <a:spLocks/>
            </p:cNvSpPr>
            <p:nvPr userDrawn="1"/>
          </p:nvSpPr>
          <p:spPr bwMode="auto">
            <a:xfrm>
              <a:off x="563563" y="4519613"/>
              <a:ext cx="692150" cy="330200"/>
            </a:xfrm>
            <a:custGeom>
              <a:avLst/>
              <a:gdLst>
                <a:gd name="T0" fmla="*/ 419 w 436"/>
                <a:gd name="T1" fmla="*/ 208 h 208"/>
                <a:gd name="T2" fmla="*/ 0 w 436"/>
                <a:gd name="T3" fmla="*/ 168 h 208"/>
                <a:gd name="T4" fmla="*/ 19 w 436"/>
                <a:gd name="T5" fmla="*/ 0 h 208"/>
                <a:gd name="T6" fmla="*/ 436 w 436"/>
                <a:gd name="T7" fmla="*/ 40 h 208"/>
                <a:gd name="T8" fmla="*/ 419 w 436"/>
                <a:gd name="T9" fmla="*/ 208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6" h="208">
                  <a:moveTo>
                    <a:pt x="419" y="208"/>
                  </a:moveTo>
                  <a:lnTo>
                    <a:pt x="0" y="168"/>
                  </a:lnTo>
                  <a:lnTo>
                    <a:pt x="19" y="0"/>
                  </a:lnTo>
                  <a:lnTo>
                    <a:pt x="436" y="40"/>
                  </a:lnTo>
                  <a:lnTo>
                    <a:pt x="419" y="20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73" name="任意多边形: 形状 272"/>
            <p:cNvSpPr>
              <a:spLocks/>
            </p:cNvSpPr>
            <p:nvPr userDrawn="1"/>
          </p:nvSpPr>
          <p:spPr bwMode="auto">
            <a:xfrm>
              <a:off x="563563" y="4519613"/>
              <a:ext cx="692150" cy="330200"/>
            </a:xfrm>
            <a:custGeom>
              <a:avLst/>
              <a:gdLst>
                <a:gd name="T0" fmla="*/ 419 w 436"/>
                <a:gd name="T1" fmla="*/ 208 h 208"/>
                <a:gd name="T2" fmla="*/ 0 w 436"/>
                <a:gd name="T3" fmla="*/ 168 h 208"/>
                <a:gd name="T4" fmla="*/ 19 w 436"/>
                <a:gd name="T5" fmla="*/ 0 h 208"/>
                <a:gd name="T6" fmla="*/ 436 w 436"/>
                <a:gd name="T7" fmla="*/ 4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6" h="208">
                  <a:moveTo>
                    <a:pt x="419" y="208"/>
                  </a:moveTo>
                  <a:lnTo>
                    <a:pt x="0" y="168"/>
                  </a:lnTo>
                  <a:lnTo>
                    <a:pt x="19" y="0"/>
                  </a:lnTo>
                  <a:lnTo>
                    <a:pt x="436" y="4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74" name="任意多边形: 形状 273"/>
            <p:cNvSpPr>
              <a:spLocks/>
            </p:cNvSpPr>
            <p:nvPr userDrawn="1"/>
          </p:nvSpPr>
          <p:spPr bwMode="auto">
            <a:xfrm>
              <a:off x="1128713" y="4583113"/>
              <a:ext cx="349250" cy="266700"/>
            </a:xfrm>
            <a:custGeom>
              <a:avLst/>
              <a:gdLst>
                <a:gd name="T0" fmla="*/ 80 w 220"/>
                <a:gd name="T1" fmla="*/ 0 h 168"/>
                <a:gd name="T2" fmla="*/ 220 w 220"/>
                <a:gd name="T3" fmla="*/ 100 h 168"/>
                <a:gd name="T4" fmla="*/ 63 w 220"/>
                <a:gd name="T5" fmla="*/ 168 h 168"/>
                <a:gd name="T6" fmla="*/ 0 w 220"/>
                <a:gd name="T7" fmla="*/ 78 h 168"/>
                <a:gd name="T8" fmla="*/ 80 w 220"/>
                <a:gd name="T9" fmla="*/ 0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0" h="168">
                  <a:moveTo>
                    <a:pt x="80" y="0"/>
                  </a:moveTo>
                  <a:lnTo>
                    <a:pt x="220" y="100"/>
                  </a:lnTo>
                  <a:lnTo>
                    <a:pt x="63" y="168"/>
                  </a:lnTo>
                  <a:lnTo>
                    <a:pt x="0" y="78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75" name="任意多边形: 形状 274"/>
            <p:cNvSpPr>
              <a:spLocks/>
            </p:cNvSpPr>
            <p:nvPr userDrawn="1"/>
          </p:nvSpPr>
          <p:spPr bwMode="auto">
            <a:xfrm>
              <a:off x="469901" y="4460875"/>
              <a:ext cx="100013" cy="274638"/>
            </a:xfrm>
            <a:custGeom>
              <a:avLst/>
              <a:gdLst>
                <a:gd name="T0" fmla="*/ 17 w 63"/>
                <a:gd name="T1" fmla="*/ 0 h 173"/>
                <a:gd name="T2" fmla="*/ 0 w 63"/>
                <a:gd name="T3" fmla="*/ 168 h 173"/>
                <a:gd name="T4" fmla="*/ 44 w 63"/>
                <a:gd name="T5" fmla="*/ 173 h 173"/>
                <a:gd name="T6" fmla="*/ 63 w 63"/>
                <a:gd name="T7" fmla="*/ 5 h 173"/>
                <a:gd name="T8" fmla="*/ 17 w 63"/>
                <a:gd name="T9" fmla="*/ 0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73">
                  <a:moveTo>
                    <a:pt x="17" y="0"/>
                  </a:moveTo>
                  <a:lnTo>
                    <a:pt x="0" y="168"/>
                  </a:lnTo>
                  <a:lnTo>
                    <a:pt x="44" y="173"/>
                  </a:lnTo>
                  <a:lnTo>
                    <a:pt x="63" y="5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76" name="任意多边形: 形状 275"/>
            <p:cNvSpPr>
              <a:spLocks/>
            </p:cNvSpPr>
            <p:nvPr userDrawn="1"/>
          </p:nvSpPr>
          <p:spPr bwMode="auto">
            <a:xfrm>
              <a:off x="236538" y="4443413"/>
              <a:ext cx="230188" cy="280988"/>
            </a:xfrm>
            <a:custGeom>
              <a:avLst/>
              <a:gdLst>
                <a:gd name="T0" fmla="*/ 3 w 79"/>
                <a:gd name="T1" fmla="*/ 44 h 96"/>
                <a:gd name="T2" fmla="*/ 3 w 79"/>
                <a:gd name="T3" fmla="*/ 44 h 96"/>
                <a:gd name="T4" fmla="*/ 44 w 79"/>
                <a:gd name="T5" fmla="*/ 94 h 96"/>
                <a:gd name="T6" fmla="*/ 70 w 79"/>
                <a:gd name="T7" fmla="*/ 96 h 96"/>
                <a:gd name="T8" fmla="*/ 79 w 79"/>
                <a:gd name="T9" fmla="*/ 5 h 96"/>
                <a:gd name="T10" fmla="*/ 53 w 79"/>
                <a:gd name="T11" fmla="*/ 3 h 96"/>
                <a:gd name="T12" fmla="*/ 3 w 79"/>
                <a:gd name="T13" fmla="*/ 44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9" h="96">
                  <a:moveTo>
                    <a:pt x="3" y="44"/>
                  </a:moveTo>
                  <a:cubicBezTo>
                    <a:pt x="3" y="44"/>
                    <a:pt x="3" y="44"/>
                    <a:pt x="3" y="44"/>
                  </a:cubicBezTo>
                  <a:cubicBezTo>
                    <a:pt x="0" y="69"/>
                    <a:pt x="19" y="91"/>
                    <a:pt x="44" y="94"/>
                  </a:cubicBezTo>
                  <a:cubicBezTo>
                    <a:pt x="70" y="96"/>
                    <a:pt x="70" y="96"/>
                    <a:pt x="70" y="96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28" y="0"/>
                    <a:pt x="5" y="19"/>
                    <a:pt x="3" y="44"/>
                  </a:cubicBez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77" name="任意多边形: 形状 276"/>
            <p:cNvSpPr>
              <a:spLocks/>
            </p:cNvSpPr>
            <p:nvPr userDrawn="1"/>
          </p:nvSpPr>
          <p:spPr bwMode="auto">
            <a:xfrm>
              <a:off x="1336676" y="4651375"/>
              <a:ext cx="168275" cy="120650"/>
            </a:xfrm>
            <a:custGeom>
              <a:avLst/>
              <a:gdLst>
                <a:gd name="T0" fmla="*/ 34 w 106"/>
                <a:gd name="T1" fmla="*/ 76 h 76"/>
                <a:gd name="T2" fmla="*/ 0 w 106"/>
                <a:gd name="T3" fmla="*/ 33 h 76"/>
                <a:gd name="T4" fmla="*/ 41 w 106"/>
                <a:gd name="T5" fmla="*/ 0 h 76"/>
                <a:gd name="T6" fmla="*/ 106 w 106"/>
                <a:gd name="T7" fmla="*/ 44 h 76"/>
                <a:gd name="T8" fmla="*/ 34 w 106"/>
                <a:gd name="T9" fmla="*/ 76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" h="76">
                  <a:moveTo>
                    <a:pt x="34" y="76"/>
                  </a:moveTo>
                  <a:lnTo>
                    <a:pt x="0" y="33"/>
                  </a:lnTo>
                  <a:lnTo>
                    <a:pt x="41" y="0"/>
                  </a:lnTo>
                  <a:lnTo>
                    <a:pt x="106" y="44"/>
                  </a:lnTo>
                  <a:lnTo>
                    <a:pt x="34" y="76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78" name="任意多边形: 形状 277"/>
            <p:cNvSpPr>
              <a:spLocks/>
            </p:cNvSpPr>
            <p:nvPr userDrawn="1"/>
          </p:nvSpPr>
          <p:spPr bwMode="auto">
            <a:xfrm>
              <a:off x="584201" y="4471988"/>
              <a:ext cx="703263" cy="187325"/>
            </a:xfrm>
            <a:custGeom>
              <a:avLst/>
              <a:gdLst>
                <a:gd name="T0" fmla="*/ 375 w 443"/>
                <a:gd name="T1" fmla="*/ 118 h 118"/>
                <a:gd name="T2" fmla="*/ 0 w 443"/>
                <a:gd name="T3" fmla="*/ 82 h 118"/>
                <a:gd name="T4" fmla="*/ 7 w 443"/>
                <a:gd name="T5" fmla="*/ 0 h 118"/>
                <a:gd name="T6" fmla="*/ 443 w 443"/>
                <a:gd name="T7" fmla="*/ 43 h 118"/>
                <a:gd name="T8" fmla="*/ 375 w 443"/>
                <a:gd name="T9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3" h="118">
                  <a:moveTo>
                    <a:pt x="375" y="118"/>
                  </a:moveTo>
                  <a:lnTo>
                    <a:pt x="0" y="82"/>
                  </a:lnTo>
                  <a:lnTo>
                    <a:pt x="7" y="0"/>
                  </a:lnTo>
                  <a:lnTo>
                    <a:pt x="443" y="43"/>
                  </a:lnTo>
                  <a:lnTo>
                    <a:pt x="375" y="118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79" name="任意多边形: 形状 278"/>
            <p:cNvSpPr>
              <a:spLocks/>
            </p:cNvSpPr>
            <p:nvPr userDrawn="1"/>
          </p:nvSpPr>
          <p:spPr bwMode="auto">
            <a:xfrm>
              <a:off x="569913" y="4654550"/>
              <a:ext cx="627063" cy="152400"/>
            </a:xfrm>
            <a:custGeom>
              <a:avLst/>
              <a:gdLst>
                <a:gd name="T0" fmla="*/ 352 w 395"/>
                <a:gd name="T1" fmla="*/ 33 h 96"/>
                <a:gd name="T2" fmla="*/ 5 w 395"/>
                <a:gd name="T3" fmla="*/ 0 h 96"/>
                <a:gd name="T4" fmla="*/ 0 w 395"/>
                <a:gd name="T5" fmla="*/ 55 h 96"/>
                <a:gd name="T6" fmla="*/ 395 w 395"/>
                <a:gd name="T7" fmla="*/ 96 h 96"/>
                <a:gd name="T8" fmla="*/ 352 w 395"/>
                <a:gd name="T9" fmla="*/ 33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5" h="96">
                  <a:moveTo>
                    <a:pt x="352" y="33"/>
                  </a:moveTo>
                  <a:lnTo>
                    <a:pt x="5" y="0"/>
                  </a:lnTo>
                  <a:lnTo>
                    <a:pt x="0" y="55"/>
                  </a:lnTo>
                  <a:lnTo>
                    <a:pt x="395" y="96"/>
                  </a:lnTo>
                  <a:lnTo>
                    <a:pt x="352" y="33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80" name="任意多边形: 形状 279"/>
            <p:cNvSpPr>
              <a:spLocks/>
            </p:cNvSpPr>
            <p:nvPr userDrawn="1"/>
          </p:nvSpPr>
          <p:spPr bwMode="auto">
            <a:xfrm>
              <a:off x="563563" y="4519613"/>
              <a:ext cx="692150" cy="330200"/>
            </a:xfrm>
            <a:custGeom>
              <a:avLst/>
              <a:gdLst>
                <a:gd name="T0" fmla="*/ 419 w 436"/>
                <a:gd name="T1" fmla="*/ 208 h 208"/>
                <a:gd name="T2" fmla="*/ 0 w 436"/>
                <a:gd name="T3" fmla="*/ 168 h 208"/>
                <a:gd name="T4" fmla="*/ 19 w 436"/>
                <a:gd name="T5" fmla="*/ 0 h 208"/>
                <a:gd name="T6" fmla="*/ 436 w 436"/>
                <a:gd name="T7" fmla="*/ 4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6" h="208">
                  <a:moveTo>
                    <a:pt x="419" y="208"/>
                  </a:moveTo>
                  <a:lnTo>
                    <a:pt x="0" y="168"/>
                  </a:lnTo>
                  <a:lnTo>
                    <a:pt x="19" y="0"/>
                  </a:lnTo>
                  <a:lnTo>
                    <a:pt x="436" y="40"/>
                  </a:ln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81" name="任意多边形: 形状 280"/>
            <p:cNvSpPr>
              <a:spLocks/>
            </p:cNvSpPr>
            <p:nvPr userDrawn="1"/>
          </p:nvSpPr>
          <p:spPr bwMode="auto">
            <a:xfrm>
              <a:off x="1128713" y="4583113"/>
              <a:ext cx="349250" cy="266700"/>
            </a:xfrm>
            <a:custGeom>
              <a:avLst/>
              <a:gdLst>
                <a:gd name="T0" fmla="*/ 80 w 220"/>
                <a:gd name="T1" fmla="*/ 0 h 168"/>
                <a:gd name="T2" fmla="*/ 220 w 220"/>
                <a:gd name="T3" fmla="*/ 100 h 168"/>
                <a:gd name="T4" fmla="*/ 63 w 220"/>
                <a:gd name="T5" fmla="*/ 168 h 168"/>
                <a:gd name="T6" fmla="*/ 0 w 220"/>
                <a:gd name="T7" fmla="*/ 78 h 168"/>
                <a:gd name="T8" fmla="*/ 80 w 220"/>
                <a:gd name="T9" fmla="*/ 0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0" h="168">
                  <a:moveTo>
                    <a:pt x="80" y="0"/>
                  </a:moveTo>
                  <a:lnTo>
                    <a:pt x="220" y="100"/>
                  </a:lnTo>
                  <a:lnTo>
                    <a:pt x="63" y="168"/>
                  </a:lnTo>
                  <a:lnTo>
                    <a:pt x="0" y="78"/>
                  </a:lnTo>
                  <a:lnTo>
                    <a:pt x="80" y="0"/>
                  </a:ln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82" name="任意多边形: 形状 281"/>
            <p:cNvSpPr>
              <a:spLocks/>
            </p:cNvSpPr>
            <p:nvPr userDrawn="1"/>
          </p:nvSpPr>
          <p:spPr bwMode="auto">
            <a:xfrm>
              <a:off x="1314451" y="4672013"/>
              <a:ext cx="63500" cy="120650"/>
            </a:xfrm>
            <a:custGeom>
              <a:avLst/>
              <a:gdLst>
                <a:gd name="T0" fmla="*/ 40 w 40"/>
                <a:gd name="T1" fmla="*/ 0 h 76"/>
                <a:gd name="T2" fmla="*/ 0 w 40"/>
                <a:gd name="T3" fmla="*/ 33 h 76"/>
                <a:gd name="T4" fmla="*/ 31 w 40"/>
                <a:gd name="T5" fmla="*/ 76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76">
                  <a:moveTo>
                    <a:pt x="40" y="0"/>
                  </a:moveTo>
                  <a:lnTo>
                    <a:pt x="0" y="33"/>
                  </a:lnTo>
                  <a:lnTo>
                    <a:pt x="31" y="76"/>
                  </a:ln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83" name="任意多边形: 形状 282"/>
            <p:cNvSpPr>
              <a:spLocks/>
            </p:cNvSpPr>
            <p:nvPr userDrawn="1"/>
          </p:nvSpPr>
          <p:spPr bwMode="auto">
            <a:xfrm>
              <a:off x="449263" y="4506913"/>
              <a:ext cx="26988" cy="266700"/>
            </a:xfrm>
            <a:custGeom>
              <a:avLst/>
              <a:gdLst>
                <a:gd name="T0" fmla="*/ 0 w 17"/>
                <a:gd name="T1" fmla="*/ 168 h 168"/>
                <a:gd name="T2" fmla="*/ 17 w 17"/>
                <a:gd name="T3" fmla="*/ 0 h 168"/>
                <a:gd name="T4" fmla="*/ 0 w 17"/>
                <a:gd name="T5" fmla="*/ 168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168">
                  <a:moveTo>
                    <a:pt x="0" y="168"/>
                  </a:moveTo>
                  <a:lnTo>
                    <a:pt x="17" y="0"/>
                  </a:lnTo>
                  <a:lnTo>
                    <a:pt x="0" y="16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84" name="直接连接符 283"/>
            <p:cNvSpPr>
              <a:spLocks noChangeShapeType="1"/>
            </p:cNvSpPr>
            <p:nvPr userDrawn="1"/>
          </p:nvSpPr>
          <p:spPr bwMode="auto">
            <a:xfrm flipV="1">
              <a:off x="449263" y="4506913"/>
              <a:ext cx="26988" cy="266700"/>
            </a:xfrm>
            <a:prstGeom prst="line">
              <a:avLst/>
            </a:pr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85" name="任意多边形: 形状 284"/>
            <p:cNvSpPr>
              <a:spLocks/>
            </p:cNvSpPr>
            <p:nvPr userDrawn="1"/>
          </p:nvSpPr>
          <p:spPr bwMode="auto">
            <a:xfrm>
              <a:off x="247651" y="4492625"/>
              <a:ext cx="228600" cy="280988"/>
            </a:xfrm>
            <a:custGeom>
              <a:avLst/>
              <a:gdLst>
                <a:gd name="T0" fmla="*/ 2 w 78"/>
                <a:gd name="T1" fmla="*/ 44 h 96"/>
                <a:gd name="T2" fmla="*/ 2 w 78"/>
                <a:gd name="T3" fmla="*/ 44 h 96"/>
                <a:gd name="T4" fmla="*/ 44 w 78"/>
                <a:gd name="T5" fmla="*/ 94 h 96"/>
                <a:gd name="T6" fmla="*/ 69 w 78"/>
                <a:gd name="T7" fmla="*/ 96 h 96"/>
                <a:gd name="T8" fmla="*/ 78 w 78"/>
                <a:gd name="T9" fmla="*/ 5 h 96"/>
                <a:gd name="T10" fmla="*/ 53 w 78"/>
                <a:gd name="T11" fmla="*/ 3 h 96"/>
                <a:gd name="T12" fmla="*/ 2 w 78"/>
                <a:gd name="T13" fmla="*/ 44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8" h="96">
                  <a:moveTo>
                    <a:pt x="2" y="44"/>
                  </a:moveTo>
                  <a:cubicBezTo>
                    <a:pt x="2" y="44"/>
                    <a:pt x="2" y="44"/>
                    <a:pt x="2" y="44"/>
                  </a:cubicBezTo>
                  <a:cubicBezTo>
                    <a:pt x="0" y="69"/>
                    <a:pt x="18" y="91"/>
                    <a:pt x="44" y="94"/>
                  </a:cubicBezTo>
                  <a:cubicBezTo>
                    <a:pt x="69" y="96"/>
                    <a:pt x="69" y="96"/>
                    <a:pt x="69" y="96"/>
                  </a:cubicBezTo>
                  <a:cubicBezTo>
                    <a:pt x="78" y="5"/>
                    <a:pt x="78" y="5"/>
                    <a:pt x="78" y="5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27" y="0"/>
                    <a:pt x="5" y="19"/>
                    <a:pt x="2" y="44"/>
                  </a:cubicBez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86" name="任意多边形: 形状 285"/>
            <p:cNvSpPr>
              <a:spLocks/>
            </p:cNvSpPr>
            <p:nvPr userDrawn="1"/>
          </p:nvSpPr>
          <p:spPr bwMode="auto">
            <a:xfrm>
              <a:off x="449263" y="4773613"/>
              <a:ext cx="114300" cy="12700"/>
            </a:xfrm>
            <a:custGeom>
              <a:avLst/>
              <a:gdLst>
                <a:gd name="T0" fmla="*/ 0 w 72"/>
                <a:gd name="T1" fmla="*/ 0 h 8"/>
                <a:gd name="T2" fmla="*/ 72 w 72"/>
                <a:gd name="T3" fmla="*/ 8 h 8"/>
                <a:gd name="T4" fmla="*/ 0 w 72"/>
                <a:gd name="T5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2" h="8">
                  <a:moveTo>
                    <a:pt x="0" y="0"/>
                  </a:moveTo>
                  <a:lnTo>
                    <a:pt x="72" y="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87" name="直接连接符 286"/>
            <p:cNvSpPr>
              <a:spLocks noChangeShapeType="1"/>
            </p:cNvSpPr>
            <p:nvPr userDrawn="1"/>
          </p:nvSpPr>
          <p:spPr bwMode="auto">
            <a:xfrm>
              <a:off x="449263" y="4773613"/>
              <a:ext cx="114300" cy="12700"/>
            </a:xfrm>
            <a:prstGeom prst="line">
              <a:avLst/>
            </a:pr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88" name="直接连接符 287"/>
            <p:cNvSpPr>
              <a:spLocks noChangeShapeType="1"/>
            </p:cNvSpPr>
            <p:nvPr userDrawn="1"/>
          </p:nvSpPr>
          <p:spPr bwMode="auto">
            <a:xfrm flipH="1" flipV="1">
              <a:off x="681038" y="4662488"/>
              <a:ext cx="447675" cy="44450"/>
            </a:xfrm>
            <a:prstGeom prst="line">
              <a:avLst/>
            </a:pr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89" name="直接连接符 288"/>
            <p:cNvSpPr>
              <a:spLocks noChangeShapeType="1"/>
            </p:cNvSpPr>
            <p:nvPr userDrawn="1"/>
          </p:nvSpPr>
          <p:spPr bwMode="auto">
            <a:xfrm>
              <a:off x="476251" y="4506913"/>
              <a:ext cx="117475" cy="12700"/>
            </a:xfrm>
            <a:prstGeom prst="line">
              <a:avLst/>
            </a:pr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90" name="任意多边形: 形状 289"/>
            <p:cNvSpPr>
              <a:spLocks/>
            </p:cNvSpPr>
            <p:nvPr userDrawn="1"/>
          </p:nvSpPr>
          <p:spPr bwMode="auto">
            <a:xfrm>
              <a:off x="9906001" y="6237288"/>
              <a:ext cx="271463" cy="233363"/>
            </a:xfrm>
            <a:custGeom>
              <a:avLst/>
              <a:gdLst>
                <a:gd name="T0" fmla="*/ 34 w 93"/>
                <a:gd name="T1" fmla="*/ 73 h 80"/>
                <a:gd name="T2" fmla="*/ 34 w 93"/>
                <a:gd name="T3" fmla="*/ 73 h 80"/>
                <a:gd name="T4" fmla="*/ 86 w 93"/>
                <a:gd name="T5" fmla="*/ 45 h 80"/>
                <a:gd name="T6" fmla="*/ 93 w 93"/>
                <a:gd name="T7" fmla="*/ 23 h 80"/>
                <a:gd name="T8" fmla="*/ 13 w 93"/>
                <a:gd name="T9" fmla="*/ 0 h 80"/>
                <a:gd name="T10" fmla="*/ 7 w 93"/>
                <a:gd name="T11" fmla="*/ 22 h 80"/>
                <a:gd name="T12" fmla="*/ 34 w 93"/>
                <a:gd name="T13" fmla="*/ 73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3" h="80">
                  <a:moveTo>
                    <a:pt x="34" y="73"/>
                  </a:moveTo>
                  <a:cubicBezTo>
                    <a:pt x="34" y="73"/>
                    <a:pt x="34" y="73"/>
                    <a:pt x="34" y="73"/>
                  </a:cubicBezTo>
                  <a:cubicBezTo>
                    <a:pt x="56" y="80"/>
                    <a:pt x="80" y="67"/>
                    <a:pt x="86" y="45"/>
                  </a:cubicBezTo>
                  <a:cubicBezTo>
                    <a:pt x="93" y="23"/>
                    <a:pt x="93" y="23"/>
                    <a:pt x="93" y="23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0" y="44"/>
                    <a:pt x="12" y="67"/>
                    <a:pt x="34" y="7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91" name="任意多边形: 形状 290"/>
            <p:cNvSpPr>
              <a:spLocks/>
            </p:cNvSpPr>
            <p:nvPr userDrawn="1"/>
          </p:nvSpPr>
          <p:spPr bwMode="auto">
            <a:xfrm>
              <a:off x="9944101" y="6137275"/>
              <a:ext cx="266700" cy="166688"/>
            </a:xfrm>
            <a:custGeom>
              <a:avLst/>
              <a:gdLst>
                <a:gd name="T0" fmla="*/ 168 w 168"/>
                <a:gd name="T1" fmla="*/ 44 h 105"/>
                <a:gd name="T2" fmla="*/ 147 w 168"/>
                <a:gd name="T3" fmla="*/ 105 h 105"/>
                <a:gd name="T4" fmla="*/ 0 w 168"/>
                <a:gd name="T5" fmla="*/ 63 h 105"/>
                <a:gd name="T6" fmla="*/ 20 w 168"/>
                <a:gd name="T7" fmla="*/ 0 h 105"/>
                <a:gd name="T8" fmla="*/ 168 w 168"/>
                <a:gd name="T9" fmla="*/ 44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8" h="105">
                  <a:moveTo>
                    <a:pt x="168" y="44"/>
                  </a:moveTo>
                  <a:lnTo>
                    <a:pt x="147" y="105"/>
                  </a:lnTo>
                  <a:lnTo>
                    <a:pt x="0" y="63"/>
                  </a:lnTo>
                  <a:lnTo>
                    <a:pt x="20" y="0"/>
                  </a:lnTo>
                  <a:lnTo>
                    <a:pt x="168" y="4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92" name="任意多边形: 形状 291"/>
            <p:cNvSpPr>
              <a:spLocks/>
            </p:cNvSpPr>
            <p:nvPr userDrawn="1"/>
          </p:nvSpPr>
          <p:spPr bwMode="auto">
            <a:xfrm>
              <a:off x="9975851" y="5565775"/>
              <a:ext cx="409575" cy="641350"/>
            </a:xfrm>
            <a:custGeom>
              <a:avLst/>
              <a:gdLst>
                <a:gd name="T0" fmla="*/ 258 w 258"/>
                <a:gd name="T1" fmla="*/ 44 h 404"/>
                <a:gd name="T2" fmla="*/ 148 w 258"/>
                <a:gd name="T3" fmla="*/ 404 h 404"/>
                <a:gd name="T4" fmla="*/ 0 w 258"/>
                <a:gd name="T5" fmla="*/ 360 h 404"/>
                <a:gd name="T6" fmla="*/ 111 w 258"/>
                <a:gd name="T7" fmla="*/ 0 h 404"/>
                <a:gd name="T8" fmla="*/ 258 w 258"/>
                <a:gd name="T9" fmla="*/ 44 h 4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8" h="404">
                  <a:moveTo>
                    <a:pt x="258" y="44"/>
                  </a:moveTo>
                  <a:lnTo>
                    <a:pt x="148" y="404"/>
                  </a:lnTo>
                  <a:lnTo>
                    <a:pt x="0" y="360"/>
                  </a:lnTo>
                  <a:lnTo>
                    <a:pt x="111" y="0"/>
                  </a:lnTo>
                  <a:lnTo>
                    <a:pt x="258" y="4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93" name="任意多边形: 形状 292"/>
            <p:cNvSpPr>
              <a:spLocks/>
            </p:cNvSpPr>
            <p:nvPr userDrawn="1"/>
          </p:nvSpPr>
          <p:spPr bwMode="auto">
            <a:xfrm>
              <a:off x="9975851" y="5565775"/>
              <a:ext cx="409575" cy="641350"/>
            </a:xfrm>
            <a:custGeom>
              <a:avLst/>
              <a:gdLst>
                <a:gd name="T0" fmla="*/ 258 w 258"/>
                <a:gd name="T1" fmla="*/ 44 h 404"/>
                <a:gd name="T2" fmla="*/ 148 w 258"/>
                <a:gd name="T3" fmla="*/ 404 h 404"/>
                <a:gd name="T4" fmla="*/ 0 w 258"/>
                <a:gd name="T5" fmla="*/ 360 h 404"/>
                <a:gd name="T6" fmla="*/ 111 w 258"/>
                <a:gd name="T7" fmla="*/ 0 h 4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404">
                  <a:moveTo>
                    <a:pt x="258" y="44"/>
                  </a:moveTo>
                  <a:lnTo>
                    <a:pt x="148" y="404"/>
                  </a:lnTo>
                  <a:lnTo>
                    <a:pt x="0" y="360"/>
                  </a:lnTo>
                  <a:lnTo>
                    <a:pt x="11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94" name="任意多边形: 形状 293"/>
            <p:cNvSpPr>
              <a:spLocks/>
            </p:cNvSpPr>
            <p:nvPr userDrawn="1"/>
          </p:nvSpPr>
          <p:spPr bwMode="auto">
            <a:xfrm>
              <a:off x="10152063" y="5399088"/>
              <a:ext cx="233363" cy="298450"/>
            </a:xfrm>
            <a:custGeom>
              <a:avLst/>
              <a:gdLst>
                <a:gd name="T0" fmla="*/ 0 w 147"/>
                <a:gd name="T1" fmla="*/ 105 h 188"/>
                <a:gd name="T2" fmla="*/ 112 w 147"/>
                <a:gd name="T3" fmla="*/ 0 h 188"/>
                <a:gd name="T4" fmla="*/ 147 w 147"/>
                <a:gd name="T5" fmla="*/ 149 h 188"/>
                <a:gd name="T6" fmla="*/ 55 w 147"/>
                <a:gd name="T7" fmla="*/ 188 h 188"/>
                <a:gd name="T8" fmla="*/ 0 w 147"/>
                <a:gd name="T9" fmla="*/ 105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7" h="188">
                  <a:moveTo>
                    <a:pt x="0" y="105"/>
                  </a:moveTo>
                  <a:lnTo>
                    <a:pt x="112" y="0"/>
                  </a:lnTo>
                  <a:lnTo>
                    <a:pt x="147" y="149"/>
                  </a:lnTo>
                  <a:lnTo>
                    <a:pt x="55" y="188"/>
                  </a:lnTo>
                  <a:lnTo>
                    <a:pt x="0" y="10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95" name="任意多边形: 形状 294"/>
            <p:cNvSpPr>
              <a:spLocks/>
            </p:cNvSpPr>
            <p:nvPr userDrawn="1"/>
          </p:nvSpPr>
          <p:spPr bwMode="auto">
            <a:xfrm>
              <a:off x="9906001" y="6148388"/>
              <a:ext cx="254000" cy="131763"/>
            </a:xfrm>
            <a:custGeom>
              <a:avLst/>
              <a:gdLst>
                <a:gd name="T0" fmla="*/ 0 w 160"/>
                <a:gd name="T1" fmla="*/ 39 h 83"/>
                <a:gd name="T2" fmla="*/ 147 w 160"/>
                <a:gd name="T3" fmla="*/ 83 h 83"/>
                <a:gd name="T4" fmla="*/ 160 w 160"/>
                <a:gd name="T5" fmla="*/ 45 h 83"/>
                <a:gd name="T6" fmla="*/ 13 w 160"/>
                <a:gd name="T7" fmla="*/ 0 h 83"/>
                <a:gd name="T8" fmla="*/ 0 w 160"/>
                <a:gd name="T9" fmla="*/ 39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" h="83">
                  <a:moveTo>
                    <a:pt x="0" y="39"/>
                  </a:moveTo>
                  <a:lnTo>
                    <a:pt x="147" y="83"/>
                  </a:lnTo>
                  <a:lnTo>
                    <a:pt x="160" y="45"/>
                  </a:lnTo>
                  <a:lnTo>
                    <a:pt x="13" y="0"/>
                  </a:lnTo>
                  <a:lnTo>
                    <a:pt x="0" y="39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96" name="任意多边形: 形状 295"/>
            <p:cNvSpPr>
              <a:spLocks/>
            </p:cNvSpPr>
            <p:nvPr userDrawn="1"/>
          </p:nvSpPr>
          <p:spPr bwMode="auto">
            <a:xfrm>
              <a:off x="9858376" y="6237288"/>
              <a:ext cx="273050" cy="233363"/>
            </a:xfrm>
            <a:custGeom>
              <a:avLst/>
              <a:gdLst>
                <a:gd name="T0" fmla="*/ 34 w 93"/>
                <a:gd name="T1" fmla="*/ 73 h 80"/>
                <a:gd name="T2" fmla="*/ 34 w 93"/>
                <a:gd name="T3" fmla="*/ 73 h 80"/>
                <a:gd name="T4" fmla="*/ 87 w 93"/>
                <a:gd name="T5" fmla="*/ 46 h 80"/>
                <a:gd name="T6" fmla="*/ 93 w 93"/>
                <a:gd name="T7" fmla="*/ 24 h 80"/>
                <a:gd name="T8" fmla="*/ 14 w 93"/>
                <a:gd name="T9" fmla="*/ 0 h 80"/>
                <a:gd name="T10" fmla="*/ 7 w 93"/>
                <a:gd name="T11" fmla="*/ 22 h 80"/>
                <a:gd name="T12" fmla="*/ 34 w 93"/>
                <a:gd name="T13" fmla="*/ 73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3" h="80">
                  <a:moveTo>
                    <a:pt x="34" y="73"/>
                  </a:moveTo>
                  <a:cubicBezTo>
                    <a:pt x="34" y="73"/>
                    <a:pt x="34" y="73"/>
                    <a:pt x="34" y="73"/>
                  </a:cubicBezTo>
                  <a:cubicBezTo>
                    <a:pt x="56" y="80"/>
                    <a:pt x="80" y="68"/>
                    <a:pt x="87" y="46"/>
                  </a:cubicBezTo>
                  <a:cubicBezTo>
                    <a:pt x="93" y="24"/>
                    <a:pt x="93" y="24"/>
                    <a:pt x="93" y="24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0" y="44"/>
                    <a:pt x="12" y="67"/>
                    <a:pt x="34" y="73"/>
                  </a:cubicBez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97" name="任意多边形: 形状 296"/>
            <p:cNvSpPr>
              <a:spLocks/>
            </p:cNvSpPr>
            <p:nvPr userDrawn="1"/>
          </p:nvSpPr>
          <p:spPr bwMode="auto">
            <a:xfrm>
              <a:off x="10236201" y="5372100"/>
              <a:ext cx="106363" cy="141288"/>
            </a:xfrm>
            <a:custGeom>
              <a:avLst/>
              <a:gdLst>
                <a:gd name="T0" fmla="*/ 67 w 67"/>
                <a:gd name="T1" fmla="*/ 68 h 89"/>
                <a:gd name="T2" fmla="*/ 24 w 67"/>
                <a:gd name="T3" fmla="*/ 89 h 89"/>
                <a:gd name="T4" fmla="*/ 0 w 67"/>
                <a:gd name="T5" fmla="*/ 48 h 89"/>
                <a:gd name="T6" fmla="*/ 50 w 67"/>
                <a:gd name="T7" fmla="*/ 0 h 89"/>
                <a:gd name="T8" fmla="*/ 67 w 67"/>
                <a:gd name="T9" fmla="*/ 68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89">
                  <a:moveTo>
                    <a:pt x="67" y="68"/>
                  </a:moveTo>
                  <a:lnTo>
                    <a:pt x="24" y="89"/>
                  </a:lnTo>
                  <a:lnTo>
                    <a:pt x="0" y="48"/>
                  </a:lnTo>
                  <a:lnTo>
                    <a:pt x="50" y="0"/>
                  </a:lnTo>
                  <a:lnTo>
                    <a:pt x="67" y="68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98" name="任意多边形: 形状 297"/>
            <p:cNvSpPr>
              <a:spLocks/>
            </p:cNvSpPr>
            <p:nvPr userDrawn="1"/>
          </p:nvSpPr>
          <p:spPr bwMode="auto">
            <a:xfrm>
              <a:off x="9931401" y="5530850"/>
              <a:ext cx="273050" cy="627063"/>
            </a:xfrm>
            <a:custGeom>
              <a:avLst/>
              <a:gdLst>
                <a:gd name="T0" fmla="*/ 172 w 172"/>
                <a:gd name="T1" fmla="*/ 74 h 395"/>
                <a:gd name="T2" fmla="*/ 72 w 172"/>
                <a:gd name="T3" fmla="*/ 395 h 395"/>
                <a:gd name="T4" fmla="*/ 0 w 172"/>
                <a:gd name="T5" fmla="*/ 375 h 395"/>
                <a:gd name="T6" fmla="*/ 117 w 172"/>
                <a:gd name="T7" fmla="*/ 0 h 395"/>
                <a:gd name="T8" fmla="*/ 172 w 172"/>
                <a:gd name="T9" fmla="*/ 74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2" h="395">
                  <a:moveTo>
                    <a:pt x="172" y="74"/>
                  </a:moveTo>
                  <a:lnTo>
                    <a:pt x="72" y="395"/>
                  </a:lnTo>
                  <a:lnTo>
                    <a:pt x="0" y="375"/>
                  </a:lnTo>
                  <a:lnTo>
                    <a:pt x="117" y="0"/>
                  </a:lnTo>
                  <a:lnTo>
                    <a:pt x="172" y="74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99" name="任意多边形: 形状 298"/>
            <p:cNvSpPr>
              <a:spLocks/>
            </p:cNvSpPr>
            <p:nvPr userDrawn="1"/>
          </p:nvSpPr>
          <p:spPr bwMode="auto">
            <a:xfrm>
              <a:off x="10093326" y="5656263"/>
              <a:ext cx="242888" cy="539750"/>
            </a:xfrm>
            <a:custGeom>
              <a:avLst/>
              <a:gdLst>
                <a:gd name="T0" fmla="*/ 92 w 153"/>
                <a:gd name="T1" fmla="*/ 26 h 340"/>
                <a:gd name="T2" fmla="*/ 0 w 153"/>
                <a:gd name="T3" fmla="*/ 325 h 340"/>
                <a:gd name="T4" fmla="*/ 50 w 153"/>
                <a:gd name="T5" fmla="*/ 340 h 340"/>
                <a:gd name="T6" fmla="*/ 153 w 153"/>
                <a:gd name="T7" fmla="*/ 0 h 340"/>
                <a:gd name="T8" fmla="*/ 92 w 153"/>
                <a:gd name="T9" fmla="*/ 26 h 3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3" h="340">
                  <a:moveTo>
                    <a:pt x="92" y="26"/>
                  </a:moveTo>
                  <a:lnTo>
                    <a:pt x="0" y="325"/>
                  </a:lnTo>
                  <a:lnTo>
                    <a:pt x="50" y="340"/>
                  </a:lnTo>
                  <a:lnTo>
                    <a:pt x="153" y="0"/>
                  </a:lnTo>
                  <a:lnTo>
                    <a:pt x="92" y="26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00" name="任意多边形: 形状 299"/>
            <p:cNvSpPr>
              <a:spLocks/>
            </p:cNvSpPr>
            <p:nvPr userDrawn="1"/>
          </p:nvSpPr>
          <p:spPr bwMode="auto">
            <a:xfrm>
              <a:off x="9975851" y="5565775"/>
              <a:ext cx="409575" cy="641350"/>
            </a:xfrm>
            <a:custGeom>
              <a:avLst/>
              <a:gdLst>
                <a:gd name="T0" fmla="*/ 258 w 258"/>
                <a:gd name="T1" fmla="*/ 44 h 404"/>
                <a:gd name="T2" fmla="*/ 148 w 258"/>
                <a:gd name="T3" fmla="*/ 404 h 404"/>
                <a:gd name="T4" fmla="*/ 0 w 258"/>
                <a:gd name="T5" fmla="*/ 360 h 404"/>
                <a:gd name="T6" fmla="*/ 111 w 258"/>
                <a:gd name="T7" fmla="*/ 0 h 4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404">
                  <a:moveTo>
                    <a:pt x="258" y="44"/>
                  </a:moveTo>
                  <a:lnTo>
                    <a:pt x="148" y="404"/>
                  </a:lnTo>
                  <a:lnTo>
                    <a:pt x="0" y="360"/>
                  </a:lnTo>
                  <a:lnTo>
                    <a:pt x="111" y="0"/>
                  </a:lnTo>
                </a:path>
              </a:pathLst>
            </a:cu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01" name="任意多边形: 形状 300"/>
            <p:cNvSpPr>
              <a:spLocks/>
            </p:cNvSpPr>
            <p:nvPr userDrawn="1"/>
          </p:nvSpPr>
          <p:spPr bwMode="auto">
            <a:xfrm>
              <a:off x="10152063" y="5399088"/>
              <a:ext cx="233363" cy="298450"/>
            </a:xfrm>
            <a:custGeom>
              <a:avLst/>
              <a:gdLst>
                <a:gd name="T0" fmla="*/ 0 w 147"/>
                <a:gd name="T1" fmla="*/ 105 h 188"/>
                <a:gd name="T2" fmla="*/ 112 w 147"/>
                <a:gd name="T3" fmla="*/ 0 h 188"/>
                <a:gd name="T4" fmla="*/ 147 w 147"/>
                <a:gd name="T5" fmla="*/ 149 h 188"/>
                <a:gd name="T6" fmla="*/ 55 w 147"/>
                <a:gd name="T7" fmla="*/ 188 h 188"/>
                <a:gd name="T8" fmla="*/ 0 w 147"/>
                <a:gd name="T9" fmla="*/ 105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7" h="188">
                  <a:moveTo>
                    <a:pt x="0" y="105"/>
                  </a:moveTo>
                  <a:lnTo>
                    <a:pt x="112" y="0"/>
                  </a:lnTo>
                  <a:lnTo>
                    <a:pt x="147" y="149"/>
                  </a:lnTo>
                  <a:lnTo>
                    <a:pt x="55" y="188"/>
                  </a:lnTo>
                  <a:lnTo>
                    <a:pt x="0" y="105"/>
                  </a:lnTo>
                  <a:close/>
                </a:path>
              </a:pathLst>
            </a:cu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02" name="任意多边形: 形状 301"/>
            <p:cNvSpPr>
              <a:spLocks/>
            </p:cNvSpPr>
            <p:nvPr userDrawn="1"/>
          </p:nvSpPr>
          <p:spPr bwMode="auto">
            <a:xfrm>
              <a:off x="10248901" y="5475288"/>
              <a:ext cx="104775" cy="63500"/>
            </a:xfrm>
            <a:custGeom>
              <a:avLst/>
              <a:gdLst>
                <a:gd name="T0" fmla="*/ 0 w 66"/>
                <a:gd name="T1" fmla="*/ 0 h 40"/>
                <a:gd name="T2" fmla="*/ 24 w 66"/>
                <a:gd name="T3" fmla="*/ 40 h 40"/>
                <a:gd name="T4" fmla="*/ 66 w 66"/>
                <a:gd name="T5" fmla="*/ 18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6" h="40">
                  <a:moveTo>
                    <a:pt x="0" y="0"/>
                  </a:moveTo>
                  <a:lnTo>
                    <a:pt x="24" y="40"/>
                  </a:lnTo>
                  <a:lnTo>
                    <a:pt x="66" y="18"/>
                  </a:lnTo>
                </a:path>
              </a:pathLst>
            </a:cu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03" name="任意多边形: 形状 302"/>
            <p:cNvSpPr>
              <a:spLocks/>
            </p:cNvSpPr>
            <p:nvPr userDrawn="1"/>
          </p:nvSpPr>
          <p:spPr bwMode="auto">
            <a:xfrm>
              <a:off x="9944101" y="6237288"/>
              <a:ext cx="233363" cy="66675"/>
            </a:xfrm>
            <a:custGeom>
              <a:avLst/>
              <a:gdLst>
                <a:gd name="T0" fmla="*/ 147 w 147"/>
                <a:gd name="T1" fmla="*/ 42 h 42"/>
                <a:gd name="T2" fmla="*/ 0 w 147"/>
                <a:gd name="T3" fmla="*/ 0 h 42"/>
                <a:gd name="T4" fmla="*/ 147 w 147"/>
                <a:gd name="T5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7" h="42">
                  <a:moveTo>
                    <a:pt x="147" y="42"/>
                  </a:moveTo>
                  <a:lnTo>
                    <a:pt x="0" y="0"/>
                  </a:lnTo>
                  <a:lnTo>
                    <a:pt x="147" y="4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04" name="直接连接符 303"/>
            <p:cNvSpPr>
              <a:spLocks noChangeShapeType="1"/>
            </p:cNvSpPr>
            <p:nvPr userDrawn="1"/>
          </p:nvSpPr>
          <p:spPr bwMode="auto">
            <a:xfrm flipH="1" flipV="1">
              <a:off x="9944101" y="6237288"/>
              <a:ext cx="233363" cy="66675"/>
            </a:xfrm>
            <a:prstGeom prst="line">
              <a:avLst/>
            </a:pr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05" name="任意多边形: 形状 304"/>
            <p:cNvSpPr>
              <a:spLocks/>
            </p:cNvSpPr>
            <p:nvPr userDrawn="1"/>
          </p:nvSpPr>
          <p:spPr bwMode="auto">
            <a:xfrm>
              <a:off x="9906001" y="6237288"/>
              <a:ext cx="271463" cy="233363"/>
            </a:xfrm>
            <a:custGeom>
              <a:avLst/>
              <a:gdLst>
                <a:gd name="T0" fmla="*/ 34 w 93"/>
                <a:gd name="T1" fmla="*/ 73 h 80"/>
                <a:gd name="T2" fmla="*/ 34 w 93"/>
                <a:gd name="T3" fmla="*/ 73 h 80"/>
                <a:gd name="T4" fmla="*/ 86 w 93"/>
                <a:gd name="T5" fmla="*/ 45 h 80"/>
                <a:gd name="T6" fmla="*/ 93 w 93"/>
                <a:gd name="T7" fmla="*/ 23 h 80"/>
                <a:gd name="T8" fmla="*/ 13 w 93"/>
                <a:gd name="T9" fmla="*/ 0 h 80"/>
                <a:gd name="T10" fmla="*/ 7 w 93"/>
                <a:gd name="T11" fmla="*/ 22 h 80"/>
                <a:gd name="T12" fmla="*/ 34 w 93"/>
                <a:gd name="T13" fmla="*/ 73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3" h="80">
                  <a:moveTo>
                    <a:pt x="34" y="73"/>
                  </a:moveTo>
                  <a:cubicBezTo>
                    <a:pt x="34" y="73"/>
                    <a:pt x="34" y="73"/>
                    <a:pt x="34" y="73"/>
                  </a:cubicBezTo>
                  <a:cubicBezTo>
                    <a:pt x="56" y="80"/>
                    <a:pt x="80" y="67"/>
                    <a:pt x="86" y="45"/>
                  </a:cubicBezTo>
                  <a:cubicBezTo>
                    <a:pt x="93" y="23"/>
                    <a:pt x="93" y="23"/>
                    <a:pt x="93" y="23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0" y="44"/>
                    <a:pt x="12" y="67"/>
                    <a:pt x="34" y="73"/>
                  </a:cubicBezTo>
                  <a:close/>
                </a:path>
              </a:pathLst>
            </a:cu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06" name="任意多边形: 形状 305"/>
            <p:cNvSpPr>
              <a:spLocks/>
            </p:cNvSpPr>
            <p:nvPr userDrawn="1"/>
          </p:nvSpPr>
          <p:spPr bwMode="auto">
            <a:xfrm>
              <a:off x="10177463" y="6207125"/>
              <a:ext cx="33338" cy="96838"/>
            </a:xfrm>
            <a:custGeom>
              <a:avLst/>
              <a:gdLst>
                <a:gd name="T0" fmla="*/ 0 w 21"/>
                <a:gd name="T1" fmla="*/ 61 h 61"/>
                <a:gd name="T2" fmla="*/ 21 w 21"/>
                <a:gd name="T3" fmla="*/ 0 h 61"/>
                <a:gd name="T4" fmla="*/ 0 w 21"/>
                <a:gd name="T5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" h="61">
                  <a:moveTo>
                    <a:pt x="0" y="61"/>
                  </a:moveTo>
                  <a:lnTo>
                    <a:pt x="21" y="0"/>
                  </a:lnTo>
                  <a:lnTo>
                    <a:pt x="0" y="6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07" name="直接连接符 306"/>
            <p:cNvSpPr>
              <a:spLocks noChangeShapeType="1"/>
            </p:cNvSpPr>
            <p:nvPr userDrawn="1"/>
          </p:nvSpPr>
          <p:spPr bwMode="auto">
            <a:xfrm flipV="1">
              <a:off x="10177463" y="6207125"/>
              <a:ext cx="33338" cy="96838"/>
            </a:xfrm>
            <a:prstGeom prst="line">
              <a:avLst/>
            </a:pr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08" name="直接连接符 307"/>
            <p:cNvSpPr>
              <a:spLocks noChangeShapeType="1"/>
            </p:cNvSpPr>
            <p:nvPr userDrawn="1"/>
          </p:nvSpPr>
          <p:spPr bwMode="auto">
            <a:xfrm flipH="1">
              <a:off x="10118726" y="5697538"/>
              <a:ext cx="120650" cy="387350"/>
            </a:xfrm>
            <a:prstGeom prst="line">
              <a:avLst/>
            </a:pr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09" name="直接连接符 308"/>
            <p:cNvSpPr>
              <a:spLocks noChangeShapeType="1"/>
            </p:cNvSpPr>
            <p:nvPr userDrawn="1"/>
          </p:nvSpPr>
          <p:spPr bwMode="auto">
            <a:xfrm flipV="1">
              <a:off x="9944101" y="6137275"/>
              <a:ext cx="31750" cy="100013"/>
            </a:xfrm>
            <a:prstGeom prst="line">
              <a:avLst/>
            </a:pr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10" name="任意多边形: 形状 309"/>
            <p:cNvSpPr>
              <a:spLocks/>
            </p:cNvSpPr>
            <p:nvPr userDrawn="1"/>
          </p:nvSpPr>
          <p:spPr bwMode="auto">
            <a:xfrm>
              <a:off x="5100638" y="5427663"/>
              <a:ext cx="360363" cy="296863"/>
            </a:xfrm>
            <a:custGeom>
              <a:avLst/>
              <a:gdLst>
                <a:gd name="T0" fmla="*/ 50 w 227"/>
                <a:gd name="T1" fmla="*/ 187 h 187"/>
                <a:gd name="T2" fmla="*/ 227 w 227"/>
                <a:gd name="T3" fmla="*/ 81 h 187"/>
                <a:gd name="T4" fmla="*/ 179 w 227"/>
                <a:gd name="T5" fmla="*/ 0 h 187"/>
                <a:gd name="T6" fmla="*/ 0 w 227"/>
                <a:gd name="T7" fmla="*/ 107 h 187"/>
                <a:gd name="T8" fmla="*/ 50 w 227"/>
                <a:gd name="T9" fmla="*/ 187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7" h="187">
                  <a:moveTo>
                    <a:pt x="50" y="187"/>
                  </a:moveTo>
                  <a:lnTo>
                    <a:pt x="227" y="81"/>
                  </a:lnTo>
                  <a:lnTo>
                    <a:pt x="179" y="0"/>
                  </a:lnTo>
                  <a:lnTo>
                    <a:pt x="0" y="107"/>
                  </a:lnTo>
                  <a:lnTo>
                    <a:pt x="50" y="18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11" name="任意多边形: 形状 310"/>
            <p:cNvSpPr>
              <a:spLocks/>
            </p:cNvSpPr>
            <p:nvPr userDrawn="1"/>
          </p:nvSpPr>
          <p:spPr bwMode="auto">
            <a:xfrm>
              <a:off x="5048251" y="5459413"/>
              <a:ext cx="360363" cy="296863"/>
            </a:xfrm>
            <a:custGeom>
              <a:avLst/>
              <a:gdLst>
                <a:gd name="T0" fmla="*/ 50 w 227"/>
                <a:gd name="T1" fmla="*/ 187 h 187"/>
                <a:gd name="T2" fmla="*/ 227 w 227"/>
                <a:gd name="T3" fmla="*/ 80 h 187"/>
                <a:gd name="T4" fmla="*/ 179 w 227"/>
                <a:gd name="T5" fmla="*/ 0 h 187"/>
                <a:gd name="T6" fmla="*/ 0 w 227"/>
                <a:gd name="T7" fmla="*/ 106 h 187"/>
                <a:gd name="T8" fmla="*/ 50 w 227"/>
                <a:gd name="T9" fmla="*/ 187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7" h="187">
                  <a:moveTo>
                    <a:pt x="50" y="187"/>
                  </a:moveTo>
                  <a:lnTo>
                    <a:pt x="227" y="80"/>
                  </a:lnTo>
                  <a:lnTo>
                    <a:pt x="179" y="0"/>
                  </a:lnTo>
                  <a:lnTo>
                    <a:pt x="0" y="106"/>
                  </a:lnTo>
                  <a:lnTo>
                    <a:pt x="50" y="187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12" name="任意多边形: 形状 311"/>
            <p:cNvSpPr>
              <a:spLocks/>
            </p:cNvSpPr>
            <p:nvPr userDrawn="1"/>
          </p:nvSpPr>
          <p:spPr bwMode="auto">
            <a:xfrm>
              <a:off x="5272088" y="5610225"/>
              <a:ext cx="146050" cy="134938"/>
            </a:xfrm>
            <a:custGeom>
              <a:avLst/>
              <a:gdLst>
                <a:gd name="T0" fmla="*/ 27 w 92"/>
                <a:gd name="T1" fmla="*/ 85 h 85"/>
                <a:gd name="T2" fmla="*/ 92 w 92"/>
                <a:gd name="T3" fmla="*/ 48 h 85"/>
                <a:gd name="T4" fmla="*/ 62 w 92"/>
                <a:gd name="T5" fmla="*/ 0 h 85"/>
                <a:gd name="T6" fmla="*/ 0 w 92"/>
                <a:gd name="T7" fmla="*/ 38 h 85"/>
                <a:gd name="T8" fmla="*/ 27 w 92"/>
                <a:gd name="T9" fmla="*/ 85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" h="85">
                  <a:moveTo>
                    <a:pt x="27" y="85"/>
                  </a:moveTo>
                  <a:lnTo>
                    <a:pt x="92" y="48"/>
                  </a:lnTo>
                  <a:lnTo>
                    <a:pt x="62" y="0"/>
                  </a:lnTo>
                  <a:lnTo>
                    <a:pt x="0" y="38"/>
                  </a:lnTo>
                  <a:lnTo>
                    <a:pt x="27" y="8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13" name="任意多边形: 形状 312"/>
            <p:cNvSpPr>
              <a:spLocks/>
            </p:cNvSpPr>
            <p:nvPr userDrawn="1"/>
          </p:nvSpPr>
          <p:spPr bwMode="auto">
            <a:xfrm>
              <a:off x="5224463" y="5843588"/>
              <a:ext cx="800100" cy="533400"/>
            </a:xfrm>
            <a:custGeom>
              <a:avLst/>
              <a:gdLst>
                <a:gd name="T0" fmla="*/ 11 w 504"/>
                <a:gd name="T1" fmla="*/ 242 h 336"/>
                <a:gd name="T2" fmla="*/ 214 w 504"/>
                <a:gd name="T3" fmla="*/ 122 h 336"/>
                <a:gd name="T4" fmla="*/ 415 w 504"/>
                <a:gd name="T5" fmla="*/ 0 h 336"/>
                <a:gd name="T6" fmla="*/ 504 w 504"/>
                <a:gd name="T7" fmla="*/ 35 h 336"/>
                <a:gd name="T8" fmla="*/ 253 w 504"/>
                <a:gd name="T9" fmla="*/ 185 h 336"/>
                <a:gd name="T10" fmla="*/ 0 w 504"/>
                <a:gd name="T11" fmla="*/ 336 h 336"/>
                <a:gd name="T12" fmla="*/ 11 w 504"/>
                <a:gd name="T13" fmla="*/ 242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4" h="336">
                  <a:moveTo>
                    <a:pt x="11" y="242"/>
                  </a:moveTo>
                  <a:lnTo>
                    <a:pt x="214" y="122"/>
                  </a:lnTo>
                  <a:lnTo>
                    <a:pt x="415" y="0"/>
                  </a:lnTo>
                  <a:lnTo>
                    <a:pt x="504" y="35"/>
                  </a:lnTo>
                  <a:lnTo>
                    <a:pt x="253" y="185"/>
                  </a:lnTo>
                  <a:lnTo>
                    <a:pt x="0" y="336"/>
                  </a:lnTo>
                  <a:lnTo>
                    <a:pt x="11" y="24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14" name="任意多边形: 形状 313"/>
            <p:cNvSpPr>
              <a:spLocks/>
            </p:cNvSpPr>
            <p:nvPr userDrawn="1"/>
          </p:nvSpPr>
          <p:spPr bwMode="auto">
            <a:xfrm>
              <a:off x="5154613" y="5888038"/>
              <a:ext cx="798513" cy="530225"/>
            </a:xfrm>
            <a:custGeom>
              <a:avLst/>
              <a:gdLst>
                <a:gd name="T0" fmla="*/ 11 w 503"/>
                <a:gd name="T1" fmla="*/ 240 h 334"/>
                <a:gd name="T2" fmla="*/ 214 w 503"/>
                <a:gd name="T3" fmla="*/ 120 h 334"/>
                <a:gd name="T4" fmla="*/ 415 w 503"/>
                <a:gd name="T5" fmla="*/ 0 h 334"/>
                <a:gd name="T6" fmla="*/ 503 w 503"/>
                <a:gd name="T7" fmla="*/ 33 h 334"/>
                <a:gd name="T8" fmla="*/ 253 w 503"/>
                <a:gd name="T9" fmla="*/ 185 h 334"/>
                <a:gd name="T10" fmla="*/ 0 w 503"/>
                <a:gd name="T11" fmla="*/ 334 h 334"/>
                <a:gd name="T12" fmla="*/ 11 w 503"/>
                <a:gd name="T13" fmla="*/ 240 h 3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3" h="334">
                  <a:moveTo>
                    <a:pt x="11" y="240"/>
                  </a:moveTo>
                  <a:lnTo>
                    <a:pt x="214" y="120"/>
                  </a:lnTo>
                  <a:lnTo>
                    <a:pt x="415" y="0"/>
                  </a:lnTo>
                  <a:lnTo>
                    <a:pt x="503" y="33"/>
                  </a:lnTo>
                  <a:lnTo>
                    <a:pt x="253" y="185"/>
                  </a:lnTo>
                  <a:lnTo>
                    <a:pt x="0" y="334"/>
                  </a:lnTo>
                  <a:lnTo>
                    <a:pt x="11" y="240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15" name="任意多边形: 形状 314"/>
            <p:cNvSpPr>
              <a:spLocks/>
            </p:cNvSpPr>
            <p:nvPr userDrawn="1"/>
          </p:nvSpPr>
          <p:spPr bwMode="auto">
            <a:xfrm>
              <a:off x="4486276" y="4845050"/>
              <a:ext cx="881063" cy="1223963"/>
            </a:xfrm>
            <a:custGeom>
              <a:avLst/>
              <a:gdLst>
                <a:gd name="T0" fmla="*/ 301 w 301"/>
                <a:gd name="T1" fmla="*/ 379 h 418"/>
                <a:gd name="T2" fmla="*/ 87 w 301"/>
                <a:gd name="T3" fmla="*/ 241 h 418"/>
                <a:gd name="T4" fmla="*/ 117 w 301"/>
                <a:gd name="T5" fmla="*/ 36 h 418"/>
                <a:gd name="T6" fmla="*/ 180 w 301"/>
                <a:gd name="T7" fmla="*/ 0 h 418"/>
                <a:gd name="T8" fmla="*/ 33 w 301"/>
                <a:gd name="T9" fmla="*/ 263 h 418"/>
                <a:gd name="T10" fmla="*/ 234 w 301"/>
                <a:gd name="T11" fmla="*/ 418 h 418"/>
                <a:gd name="T12" fmla="*/ 301 w 301"/>
                <a:gd name="T13" fmla="*/ 379 h 4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1" h="418">
                  <a:moveTo>
                    <a:pt x="301" y="379"/>
                  </a:moveTo>
                  <a:cubicBezTo>
                    <a:pt x="209" y="384"/>
                    <a:pt x="121" y="330"/>
                    <a:pt x="87" y="241"/>
                  </a:cubicBezTo>
                  <a:cubicBezTo>
                    <a:pt x="60" y="169"/>
                    <a:pt x="74" y="92"/>
                    <a:pt x="117" y="36"/>
                  </a:cubicBezTo>
                  <a:cubicBezTo>
                    <a:pt x="180" y="0"/>
                    <a:pt x="180" y="0"/>
                    <a:pt x="180" y="0"/>
                  </a:cubicBezTo>
                  <a:cubicBezTo>
                    <a:pt x="66" y="32"/>
                    <a:pt x="0" y="150"/>
                    <a:pt x="33" y="263"/>
                  </a:cubicBezTo>
                  <a:cubicBezTo>
                    <a:pt x="59" y="355"/>
                    <a:pt x="143" y="415"/>
                    <a:pt x="234" y="418"/>
                  </a:cubicBezTo>
                  <a:lnTo>
                    <a:pt x="301" y="37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16" name="任意多边形: 形状 315"/>
            <p:cNvSpPr>
              <a:spLocks/>
            </p:cNvSpPr>
            <p:nvPr userDrawn="1"/>
          </p:nvSpPr>
          <p:spPr bwMode="auto">
            <a:xfrm>
              <a:off x="4416426" y="4886325"/>
              <a:ext cx="877888" cy="1223963"/>
            </a:xfrm>
            <a:custGeom>
              <a:avLst/>
              <a:gdLst>
                <a:gd name="T0" fmla="*/ 300 w 300"/>
                <a:gd name="T1" fmla="*/ 379 h 418"/>
                <a:gd name="T2" fmla="*/ 87 w 300"/>
                <a:gd name="T3" fmla="*/ 241 h 418"/>
                <a:gd name="T4" fmla="*/ 117 w 300"/>
                <a:gd name="T5" fmla="*/ 36 h 418"/>
                <a:gd name="T6" fmla="*/ 180 w 300"/>
                <a:gd name="T7" fmla="*/ 0 h 418"/>
                <a:gd name="T8" fmla="*/ 33 w 300"/>
                <a:gd name="T9" fmla="*/ 264 h 418"/>
                <a:gd name="T10" fmla="*/ 234 w 300"/>
                <a:gd name="T11" fmla="*/ 418 h 418"/>
                <a:gd name="T12" fmla="*/ 300 w 300"/>
                <a:gd name="T13" fmla="*/ 379 h 4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0" h="418">
                  <a:moveTo>
                    <a:pt x="300" y="379"/>
                  </a:moveTo>
                  <a:cubicBezTo>
                    <a:pt x="209" y="384"/>
                    <a:pt x="121" y="330"/>
                    <a:pt x="87" y="241"/>
                  </a:cubicBezTo>
                  <a:cubicBezTo>
                    <a:pt x="59" y="170"/>
                    <a:pt x="73" y="93"/>
                    <a:pt x="117" y="36"/>
                  </a:cubicBezTo>
                  <a:cubicBezTo>
                    <a:pt x="180" y="0"/>
                    <a:pt x="180" y="0"/>
                    <a:pt x="180" y="0"/>
                  </a:cubicBezTo>
                  <a:cubicBezTo>
                    <a:pt x="66" y="32"/>
                    <a:pt x="0" y="150"/>
                    <a:pt x="33" y="264"/>
                  </a:cubicBezTo>
                  <a:cubicBezTo>
                    <a:pt x="59" y="355"/>
                    <a:pt x="143" y="416"/>
                    <a:pt x="234" y="418"/>
                  </a:cubicBezTo>
                  <a:lnTo>
                    <a:pt x="300" y="379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17" name="任意多边形: 形状 316"/>
            <p:cNvSpPr>
              <a:spLocks/>
            </p:cNvSpPr>
            <p:nvPr userDrawn="1"/>
          </p:nvSpPr>
          <p:spPr bwMode="auto">
            <a:xfrm>
              <a:off x="4486276" y="4845050"/>
              <a:ext cx="881063" cy="1223963"/>
            </a:xfrm>
            <a:custGeom>
              <a:avLst/>
              <a:gdLst>
                <a:gd name="T0" fmla="*/ 301 w 301"/>
                <a:gd name="T1" fmla="*/ 379 h 418"/>
                <a:gd name="T2" fmla="*/ 87 w 301"/>
                <a:gd name="T3" fmla="*/ 241 h 418"/>
                <a:gd name="T4" fmla="*/ 117 w 301"/>
                <a:gd name="T5" fmla="*/ 36 h 418"/>
                <a:gd name="T6" fmla="*/ 180 w 301"/>
                <a:gd name="T7" fmla="*/ 0 h 418"/>
                <a:gd name="T8" fmla="*/ 33 w 301"/>
                <a:gd name="T9" fmla="*/ 263 h 418"/>
                <a:gd name="T10" fmla="*/ 234 w 301"/>
                <a:gd name="T11" fmla="*/ 418 h 418"/>
                <a:gd name="T12" fmla="*/ 301 w 301"/>
                <a:gd name="T13" fmla="*/ 379 h 4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1" h="418">
                  <a:moveTo>
                    <a:pt x="301" y="379"/>
                  </a:moveTo>
                  <a:cubicBezTo>
                    <a:pt x="209" y="384"/>
                    <a:pt x="121" y="330"/>
                    <a:pt x="87" y="241"/>
                  </a:cubicBezTo>
                  <a:cubicBezTo>
                    <a:pt x="60" y="169"/>
                    <a:pt x="74" y="92"/>
                    <a:pt x="117" y="36"/>
                  </a:cubicBezTo>
                  <a:cubicBezTo>
                    <a:pt x="180" y="0"/>
                    <a:pt x="180" y="0"/>
                    <a:pt x="180" y="0"/>
                  </a:cubicBezTo>
                  <a:cubicBezTo>
                    <a:pt x="66" y="32"/>
                    <a:pt x="0" y="150"/>
                    <a:pt x="33" y="263"/>
                  </a:cubicBezTo>
                  <a:cubicBezTo>
                    <a:pt x="59" y="355"/>
                    <a:pt x="143" y="415"/>
                    <a:pt x="234" y="418"/>
                  </a:cubicBezTo>
                  <a:lnTo>
                    <a:pt x="301" y="379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18" name="任意多边形: 形状 317"/>
            <p:cNvSpPr>
              <a:spLocks/>
            </p:cNvSpPr>
            <p:nvPr userDrawn="1"/>
          </p:nvSpPr>
          <p:spPr bwMode="auto">
            <a:xfrm>
              <a:off x="5100638" y="5427663"/>
              <a:ext cx="360363" cy="296863"/>
            </a:xfrm>
            <a:custGeom>
              <a:avLst/>
              <a:gdLst>
                <a:gd name="T0" fmla="*/ 50 w 227"/>
                <a:gd name="T1" fmla="*/ 187 h 187"/>
                <a:gd name="T2" fmla="*/ 227 w 227"/>
                <a:gd name="T3" fmla="*/ 81 h 187"/>
                <a:gd name="T4" fmla="*/ 179 w 227"/>
                <a:gd name="T5" fmla="*/ 0 h 187"/>
                <a:gd name="T6" fmla="*/ 0 w 227"/>
                <a:gd name="T7" fmla="*/ 107 h 187"/>
                <a:gd name="T8" fmla="*/ 50 w 227"/>
                <a:gd name="T9" fmla="*/ 187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7" h="187">
                  <a:moveTo>
                    <a:pt x="50" y="187"/>
                  </a:moveTo>
                  <a:lnTo>
                    <a:pt x="227" y="81"/>
                  </a:lnTo>
                  <a:lnTo>
                    <a:pt x="179" y="0"/>
                  </a:lnTo>
                  <a:lnTo>
                    <a:pt x="0" y="107"/>
                  </a:lnTo>
                  <a:lnTo>
                    <a:pt x="50" y="187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19" name="任意多边形: 形状 318"/>
            <p:cNvSpPr>
              <a:spLocks/>
            </p:cNvSpPr>
            <p:nvPr userDrawn="1"/>
          </p:nvSpPr>
          <p:spPr bwMode="auto">
            <a:xfrm>
              <a:off x="5272088" y="5610225"/>
              <a:ext cx="146050" cy="134938"/>
            </a:xfrm>
            <a:custGeom>
              <a:avLst/>
              <a:gdLst>
                <a:gd name="T0" fmla="*/ 27 w 92"/>
                <a:gd name="T1" fmla="*/ 85 h 85"/>
                <a:gd name="T2" fmla="*/ 92 w 92"/>
                <a:gd name="T3" fmla="*/ 48 h 85"/>
                <a:gd name="T4" fmla="*/ 62 w 92"/>
                <a:gd name="T5" fmla="*/ 0 h 85"/>
                <a:gd name="T6" fmla="*/ 0 w 92"/>
                <a:gd name="T7" fmla="*/ 38 h 85"/>
                <a:gd name="T8" fmla="*/ 27 w 92"/>
                <a:gd name="T9" fmla="*/ 85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" h="85">
                  <a:moveTo>
                    <a:pt x="27" y="85"/>
                  </a:moveTo>
                  <a:lnTo>
                    <a:pt x="92" y="48"/>
                  </a:lnTo>
                  <a:lnTo>
                    <a:pt x="62" y="0"/>
                  </a:lnTo>
                  <a:lnTo>
                    <a:pt x="0" y="38"/>
                  </a:lnTo>
                  <a:lnTo>
                    <a:pt x="27" y="85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20" name="任意多边形: 形状 319"/>
            <p:cNvSpPr>
              <a:spLocks/>
            </p:cNvSpPr>
            <p:nvPr userDrawn="1"/>
          </p:nvSpPr>
          <p:spPr bwMode="auto">
            <a:xfrm>
              <a:off x="5138738" y="5662613"/>
              <a:ext cx="668338" cy="454025"/>
            </a:xfrm>
            <a:custGeom>
              <a:avLst/>
              <a:gdLst>
                <a:gd name="T0" fmla="*/ 34 w 421"/>
                <a:gd name="T1" fmla="*/ 286 h 286"/>
                <a:gd name="T2" fmla="*/ 421 w 421"/>
                <a:gd name="T3" fmla="*/ 55 h 286"/>
                <a:gd name="T4" fmla="*/ 388 w 421"/>
                <a:gd name="T5" fmla="*/ 0 h 286"/>
                <a:gd name="T6" fmla="*/ 0 w 421"/>
                <a:gd name="T7" fmla="*/ 231 h 286"/>
                <a:gd name="T8" fmla="*/ 34 w 421"/>
                <a:gd name="T9" fmla="*/ 286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1" h="286">
                  <a:moveTo>
                    <a:pt x="34" y="286"/>
                  </a:moveTo>
                  <a:lnTo>
                    <a:pt x="421" y="55"/>
                  </a:lnTo>
                  <a:lnTo>
                    <a:pt x="388" y="0"/>
                  </a:lnTo>
                  <a:lnTo>
                    <a:pt x="0" y="231"/>
                  </a:lnTo>
                  <a:lnTo>
                    <a:pt x="34" y="286"/>
                  </a:lnTo>
                  <a:close/>
                </a:path>
              </a:pathLst>
            </a:custGeom>
            <a:solidFill>
              <a:srgbClr val="FFFFFF"/>
            </a:solidFill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21" name="任意多边形: 形状 320"/>
            <p:cNvSpPr>
              <a:spLocks/>
            </p:cNvSpPr>
            <p:nvPr userDrawn="1"/>
          </p:nvSpPr>
          <p:spPr bwMode="auto">
            <a:xfrm>
              <a:off x="5411788" y="5881688"/>
              <a:ext cx="239713" cy="207963"/>
            </a:xfrm>
            <a:custGeom>
              <a:avLst/>
              <a:gdLst>
                <a:gd name="T0" fmla="*/ 39 w 151"/>
                <a:gd name="T1" fmla="*/ 131 h 131"/>
                <a:gd name="T2" fmla="*/ 151 w 151"/>
                <a:gd name="T3" fmla="*/ 65 h 131"/>
                <a:gd name="T4" fmla="*/ 113 w 151"/>
                <a:gd name="T5" fmla="*/ 0 h 131"/>
                <a:gd name="T6" fmla="*/ 0 w 151"/>
                <a:gd name="T7" fmla="*/ 67 h 131"/>
                <a:gd name="T8" fmla="*/ 39 w 151"/>
                <a:gd name="T9" fmla="*/ 131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1" h="131">
                  <a:moveTo>
                    <a:pt x="39" y="131"/>
                  </a:moveTo>
                  <a:lnTo>
                    <a:pt x="151" y="65"/>
                  </a:lnTo>
                  <a:lnTo>
                    <a:pt x="113" y="0"/>
                  </a:lnTo>
                  <a:lnTo>
                    <a:pt x="0" y="67"/>
                  </a:lnTo>
                  <a:lnTo>
                    <a:pt x="39" y="1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22" name="任意多边形: 形状 321"/>
            <p:cNvSpPr>
              <a:spLocks/>
            </p:cNvSpPr>
            <p:nvPr userDrawn="1"/>
          </p:nvSpPr>
          <p:spPr bwMode="auto">
            <a:xfrm>
              <a:off x="5359401" y="5911850"/>
              <a:ext cx="239713" cy="211138"/>
            </a:xfrm>
            <a:custGeom>
              <a:avLst/>
              <a:gdLst>
                <a:gd name="T0" fmla="*/ 39 w 151"/>
                <a:gd name="T1" fmla="*/ 133 h 133"/>
                <a:gd name="T2" fmla="*/ 151 w 151"/>
                <a:gd name="T3" fmla="*/ 64 h 133"/>
                <a:gd name="T4" fmla="*/ 112 w 151"/>
                <a:gd name="T5" fmla="*/ 0 h 133"/>
                <a:gd name="T6" fmla="*/ 0 w 151"/>
                <a:gd name="T7" fmla="*/ 68 h 133"/>
                <a:gd name="T8" fmla="*/ 39 w 151"/>
                <a:gd name="T9" fmla="*/ 133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1" h="133">
                  <a:moveTo>
                    <a:pt x="39" y="133"/>
                  </a:moveTo>
                  <a:lnTo>
                    <a:pt x="151" y="64"/>
                  </a:lnTo>
                  <a:lnTo>
                    <a:pt x="112" y="0"/>
                  </a:lnTo>
                  <a:lnTo>
                    <a:pt x="0" y="68"/>
                  </a:lnTo>
                  <a:lnTo>
                    <a:pt x="39" y="133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23" name="任意多边形: 形状 322"/>
            <p:cNvSpPr>
              <a:spLocks/>
            </p:cNvSpPr>
            <p:nvPr userDrawn="1"/>
          </p:nvSpPr>
          <p:spPr bwMode="auto">
            <a:xfrm>
              <a:off x="5411788" y="5881688"/>
              <a:ext cx="239713" cy="207963"/>
            </a:xfrm>
            <a:custGeom>
              <a:avLst/>
              <a:gdLst>
                <a:gd name="T0" fmla="*/ 39 w 151"/>
                <a:gd name="T1" fmla="*/ 131 h 131"/>
                <a:gd name="T2" fmla="*/ 151 w 151"/>
                <a:gd name="T3" fmla="*/ 65 h 131"/>
                <a:gd name="T4" fmla="*/ 113 w 151"/>
                <a:gd name="T5" fmla="*/ 0 h 131"/>
                <a:gd name="T6" fmla="*/ 0 w 151"/>
                <a:gd name="T7" fmla="*/ 67 h 131"/>
                <a:gd name="T8" fmla="*/ 39 w 151"/>
                <a:gd name="T9" fmla="*/ 131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1" h="131">
                  <a:moveTo>
                    <a:pt x="39" y="131"/>
                  </a:moveTo>
                  <a:lnTo>
                    <a:pt x="151" y="65"/>
                  </a:lnTo>
                  <a:lnTo>
                    <a:pt x="113" y="0"/>
                  </a:lnTo>
                  <a:lnTo>
                    <a:pt x="0" y="67"/>
                  </a:lnTo>
                  <a:lnTo>
                    <a:pt x="39" y="131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24" name="任意多边形: 形状 323"/>
            <p:cNvSpPr>
              <a:spLocks/>
            </p:cNvSpPr>
            <p:nvPr userDrawn="1"/>
          </p:nvSpPr>
          <p:spPr bwMode="auto">
            <a:xfrm>
              <a:off x="5224463" y="5843588"/>
              <a:ext cx="800100" cy="533400"/>
            </a:xfrm>
            <a:custGeom>
              <a:avLst/>
              <a:gdLst>
                <a:gd name="T0" fmla="*/ 11 w 504"/>
                <a:gd name="T1" fmla="*/ 242 h 336"/>
                <a:gd name="T2" fmla="*/ 214 w 504"/>
                <a:gd name="T3" fmla="*/ 122 h 336"/>
                <a:gd name="T4" fmla="*/ 415 w 504"/>
                <a:gd name="T5" fmla="*/ 0 h 336"/>
                <a:gd name="T6" fmla="*/ 504 w 504"/>
                <a:gd name="T7" fmla="*/ 35 h 336"/>
                <a:gd name="T8" fmla="*/ 253 w 504"/>
                <a:gd name="T9" fmla="*/ 185 h 336"/>
                <a:gd name="T10" fmla="*/ 0 w 504"/>
                <a:gd name="T11" fmla="*/ 336 h 336"/>
                <a:gd name="T12" fmla="*/ 11 w 504"/>
                <a:gd name="T13" fmla="*/ 242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4" h="336">
                  <a:moveTo>
                    <a:pt x="11" y="242"/>
                  </a:moveTo>
                  <a:lnTo>
                    <a:pt x="214" y="122"/>
                  </a:lnTo>
                  <a:lnTo>
                    <a:pt x="415" y="0"/>
                  </a:lnTo>
                  <a:lnTo>
                    <a:pt x="504" y="35"/>
                  </a:lnTo>
                  <a:lnTo>
                    <a:pt x="253" y="185"/>
                  </a:lnTo>
                  <a:lnTo>
                    <a:pt x="0" y="336"/>
                  </a:lnTo>
                  <a:lnTo>
                    <a:pt x="11" y="242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25" name="任意多边形: 形状 324"/>
            <p:cNvSpPr>
              <a:spLocks/>
            </p:cNvSpPr>
            <p:nvPr userDrawn="1"/>
          </p:nvSpPr>
          <p:spPr bwMode="auto">
            <a:xfrm>
              <a:off x="4548188" y="4616450"/>
              <a:ext cx="925513" cy="1033463"/>
            </a:xfrm>
            <a:custGeom>
              <a:avLst/>
              <a:gdLst>
                <a:gd name="T0" fmla="*/ 293 w 583"/>
                <a:gd name="T1" fmla="*/ 651 h 651"/>
                <a:gd name="T2" fmla="*/ 583 w 583"/>
                <a:gd name="T3" fmla="*/ 478 h 651"/>
                <a:gd name="T4" fmla="*/ 289 w 583"/>
                <a:gd name="T5" fmla="*/ 0 h 651"/>
                <a:gd name="T6" fmla="*/ 0 w 583"/>
                <a:gd name="T7" fmla="*/ 173 h 651"/>
                <a:gd name="T8" fmla="*/ 293 w 583"/>
                <a:gd name="T9" fmla="*/ 651 h 6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3" h="651">
                  <a:moveTo>
                    <a:pt x="293" y="651"/>
                  </a:moveTo>
                  <a:lnTo>
                    <a:pt x="583" y="478"/>
                  </a:lnTo>
                  <a:lnTo>
                    <a:pt x="289" y="0"/>
                  </a:lnTo>
                  <a:lnTo>
                    <a:pt x="0" y="173"/>
                  </a:lnTo>
                  <a:lnTo>
                    <a:pt x="293" y="65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26" name="任意多边形: 形状 325"/>
            <p:cNvSpPr>
              <a:spLocks/>
            </p:cNvSpPr>
            <p:nvPr userDrawn="1"/>
          </p:nvSpPr>
          <p:spPr bwMode="auto">
            <a:xfrm>
              <a:off x="4476751" y="4657725"/>
              <a:ext cx="927100" cy="1033463"/>
            </a:xfrm>
            <a:custGeom>
              <a:avLst/>
              <a:gdLst>
                <a:gd name="T0" fmla="*/ 294 w 584"/>
                <a:gd name="T1" fmla="*/ 651 h 651"/>
                <a:gd name="T2" fmla="*/ 584 w 584"/>
                <a:gd name="T3" fmla="*/ 478 h 651"/>
                <a:gd name="T4" fmla="*/ 290 w 584"/>
                <a:gd name="T5" fmla="*/ 0 h 651"/>
                <a:gd name="T6" fmla="*/ 0 w 584"/>
                <a:gd name="T7" fmla="*/ 173 h 651"/>
                <a:gd name="T8" fmla="*/ 294 w 584"/>
                <a:gd name="T9" fmla="*/ 651 h 6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4" h="651">
                  <a:moveTo>
                    <a:pt x="294" y="651"/>
                  </a:moveTo>
                  <a:lnTo>
                    <a:pt x="584" y="478"/>
                  </a:lnTo>
                  <a:lnTo>
                    <a:pt x="290" y="0"/>
                  </a:lnTo>
                  <a:lnTo>
                    <a:pt x="0" y="173"/>
                  </a:lnTo>
                  <a:lnTo>
                    <a:pt x="294" y="651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27" name="任意多边形: 形状 326"/>
            <p:cNvSpPr>
              <a:spLocks/>
            </p:cNvSpPr>
            <p:nvPr userDrawn="1"/>
          </p:nvSpPr>
          <p:spPr bwMode="auto">
            <a:xfrm>
              <a:off x="4548188" y="4616450"/>
              <a:ext cx="925513" cy="1033463"/>
            </a:xfrm>
            <a:custGeom>
              <a:avLst/>
              <a:gdLst>
                <a:gd name="T0" fmla="*/ 293 w 583"/>
                <a:gd name="T1" fmla="*/ 651 h 651"/>
                <a:gd name="T2" fmla="*/ 583 w 583"/>
                <a:gd name="T3" fmla="*/ 478 h 651"/>
                <a:gd name="T4" fmla="*/ 289 w 583"/>
                <a:gd name="T5" fmla="*/ 0 h 651"/>
                <a:gd name="T6" fmla="*/ 0 w 583"/>
                <a:gd name="T7" fmla="*/ 173 h 651"/>
                <a:gd name="T8" fmla="*/ 293 w 583"/>
                <a:gd name="T9" fmla="*/ 651 h 6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3" h="651">
                  <a:moveTo>
                    <a:pt x="293" y="651"/>
                  </a:moveTo>
                  <a:lnTo>
                    <a:pt x="583" y="478"/>
                  </a:lnTo>
                  <a:lnTo>
                    <a:pt x="289" y="0"/>
                  </a:lnTo>
                  <a:lnTo>
                    <a:pt x="0" y="173"/>
                  </a:lnTo>
                  <a:lnTo>
                    <a:pt x="293" y="651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28" name="任意多边形: 形状 327"/>
            <p:cNvSpPr>
              <a:spLocks/>
            </p:cNvSpPr>
            <p:nvPr userDrawn="1"/>
          </p:nvSpPr>
          <p:spPr bwMode="auto">
            <a:xfrm>
              <a:off x="10856913" y="3754438"/>
              <a:ext cx="407988" cy="319088"/>
            </a:xfrm>
            <a:custGeom>
              <a:avLst/>
              <a:gdLst>
                <a:gd name="T0" fmla="*/ 0 w 257"/>
                <a:gd name="T1" fmla="*/ 92 h 201"/>
                <a:gd name="T2" fmla="*/ 207 w 257"/>
                <a:gd name="T3" fmla="*/ 201 h 201"/>
                <a:gd name="T4" fmla="*/ 257 w 257"/>
                <a:gd name="T5" fmla="*/ 109 h 201"/>
                <a:gd name="T6" fmla="*/ 52 w 257"/>
                <a:gd name="T7" fmla="*/ 0 h 201"/>
                <a:gd name="T8" fmla="*/ 0 w 257"/>
                <a:gd name="T9" fmla="*/ 92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7" h="201">
                  <a:moveTo>
                    <a:pt x="0" y="92"/>
                  </a:moveTo>
                  <a:lnTo>
                    <a:pt x="207" y="201"/>
                  </a:lnTo>
                  <a:lnTo>
                    <a:pt x="257" y="109"/>
                  </a:lnTo>
                  <a:lnTo>
                    <a:pt x="52" y="0"/>
                  </a:lnTo>
                  <a:lnTo>
                    <a:pt x="0" y="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29" name="任意多边形: 形状 328"/>
            <p:cNvSpPr>
              <a:spLocks/>
            </p:cNvSpPr>
            <p:nvPr userDrawn="1"/>
          </p:nvSpPr>
          <p:spPr bwMode="auto">
            <a:xfrm>
              <a:off x="10799763" y="3722688"/>
              <a:ext cx="403225" cy="319088"/>
            </a:xfrm>
            <a:custGeom>
              <a:avLst/>
              <a:gdLst>
                <a:gd name="T0" fmla="*/ 0 w 254"/>
                <a:gd name="T1" fmla="*/ 92 h 201"/>
                <a:gd name="T2" fmla="*/ 204 w 254"/>
                <a:gd name="T3" fmla="*/ 201 h 201"/>
                <a:gd name="T4" fmla="*/ 254 w 254"/>
                <a:gd name="T5" fmla="*/ 109 h 201"/>
                <a:gd name="T6" fmla="*/ 49 w 254"/>
                <a:gd name="T7" fmla="*/ 0 h 201"/>
                <a:gd name="T8" fmla="*/ 0 w 254"/>
                <a:gd name="T9" fmla="*/ 92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4" h="201">
                  <a:moveTo>
                    <a:pt x="0" y="92"/>
                  </a:moveTo>
                  <a:lnTo>
                    <a:pt x="204" y="201"/>
                  </a:lnTo>
                  <a:lnTo>
                    <a:pt x="254" y="109"/>
                  </a:lnTo>
                  <a:lnTo>
                    <a:pt x="49" y="0"/>
                  </a:lnTo>
                  <a:lnTo>
                    <a:pt x="0" y="92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30" name="任意多边形: 形状 329"/>
            <p:cNvSpPr>
              <a:spLocks/>
            </p:cNvSpPr>
            <p:nvPr userDrawn="1"/>
          </p:nvSpPr>
          <p:spPr bwMode="auto">
            <a:xfrm>
              <a:off x="10915651" y="3956050"/>
              <a:ext cx="165100" cy="147638"/>
            </a:xfrm>
            <a:custGeom>
              <a:avLst/>
              <a:gdLst>
                <a:gd name="T0" fmla="*/ 0 w 104"/>
                <a:gd name="T1" fmla="*/ 54 h 93"/>
                <a:gd name="T2" fmla="*/ 74 w 104"/>
                <a:gd name="T3" fmla="*/ 93 h 93"/>
                <a:gd name="T4" fmla="*/ 104 w 104"/>
                <a:gd name="T5" fmla="*/ 39 h 93"/>
                <a:gd name="T6" fmla="*/ 30 w 104"/>
                <a:gd name="T7" fmla="*/ 0 h 93"/>
                <a:gd name="T8" fmla="*/ 0 w 104"/>
                <a:gd name="T9" fmla="*/ 54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4" h="93">
                  <a:moveTo>
                    <a:pt x="0" y="54"/>
                  </a:moveTo>
                  <a:lnTo>
                    <a:pt x="74" y="93"/>
                  </a:lnTo>
                  <a:lnTo>
                    <a:pt x="104" y="39"/>
                  </a:lnTo>
                  <a:lnTo>
                    <a:pt x="30" y="0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31" name="任意多边形: 形状 330"/>
            <p:cNvSpPr>
              <a:spLocks/>
            </p:cNvSpPr>
            <p:nvPr userDrawn="1"/>
          </p:nvSpPr>
          <p:spPr bwMode="auto">
            <a:xfrm>
              <a:off x="10253663" y="4246563"/>
              <a:ext cx="920750" cy="554038"/>
            </a:xfrm>
            <a:custGeom>
              <a:avLst/>
              <a:gdLst>
                <a:gd name="T0" fmla="*/ 96 w 580"/>
                <a:gd name="T1" fmla="*/ 0 h 349"/>
                <a:gd name="T2" fmla="*/ 329 w 580"/>
                <a:gd name="T3" fmla="*/ 124 h 349"/>
                <a:gd name="T4" fmla="*/ 561 w 580"/>
                <a:gd name="T5" fmla="*/ 246 h 349"/>
                <a:gd name="T6" fmla="*/ 580 w 580"/>
                <a:gd name="T7" fmla="*/ 349 h 349"/>
                <a:gd name="T8" fmla="*/ 290 w 580"/>
                <a:gd name="T9" fmla="*/ 196 h 349"/>
                <a:gd name="T10" fmla="*/ 0 w 580"/>
                <a:gd name="T11" fmla="*/ 43 h 349"/>
                <a:gd name="T12" fmla="*/ 96 w 580"/>
                <a:gd name="T13" fmla="*/ 0 h 3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0" h="349">
                  <a:moveTo>
                    <a:pt x="96" y="0"/>
                  </a:moveTo>
                  <a:lnTo>
                    <a:pt x="329" y="124"/>
                  </a:lnTo>
                  <a:lnTo>
                    <a:pt x="561" y="246"/>
                  </a:lnTo>
                  <a:lnTo>
                    <a:pt x="580" y="349"/>
                  </a:lnTo>
                  <a:lnTo>
                    <a:pt x="290" y="196"/>
                  </a:lnTo>
                  <a:lnTo>
                    <a:pt x="0" y="43"/>
                  </a:lnTo>
                  <a:lnTo>
                    <a:pt x="9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32" name="任意多边形: 形状 331"/>
            <p:cNvSpPr>
              <a:spLocks/>
            </p:cNvSpPr>
            <p:nvPr userDrawn="1"/>
          </p:nvSpPr>
          <p:spPr bwMode="auto">
            <a:xfrm>
              <a:off x="10172701" y="4202113"/>
              <a:ext cx="919163" cy="557213"/>
            </a:xfrm>
            <a:custGeom>
              <a:avLst/>
              <a:gdLst>
                <a:gd name="T0" fmla="*/ 96 w 579"/>
                <a:gd name="T1" fmla="*/ 0 h 351"/>
                <a:gd name="T2" fmla="*/ 328 w 579"/>
                <a:gd name="T3" fmla="*/ 124 h 351"/>
                <a:gd name="T4" fmla="*/ 562 w 579"/>
                <a:gd name="T5" fmla="*/ 248 h 351"/>
                <a:gd name="T6" fmla="*/ 579 w 579"/>
                <a:gd name="T7" fmla="*/ 351 h 351"/>
                <a:gd name="T8" fmla="*/ 289 w 579"/>
                <a:gd name="T9" fmla="*/ 198 h 351"/>
                <a:gd name="T10" fmla="*/ 0 w 579"/>
                <a:gd name="T11" fmla="*/ 45 h 351"/>
                <a:gd name="T12" fmla="*/ 96 w 579"/>
                <a:gd name="T13" fmla="*/ 0 h 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9" h="351">
                  <a:moveTo>
                    <a:pt x="96" y="0"/>
                  </a:moveTo>
                  <a:lnTo>
                    <a:pt x="328" y="124"/>
                  </a:lnTo>
                  <a:lnTo>
                    <a:pt x="562" y="248"/>
                  </a:lnTo>
                  <a:lnTo>
                    <a:pt x="579" y="351"/>
                  </a:lnTo>
                  <a:lnTo>
                    <a:pt x="289" y="198"/>
                  </a:lnTo>
                  <a:lnTo>
                    <a:pt x="0" y="45"/>
                  </a:lnTo>
                  <a:lnTo>
                    <a:pt x="96" y="0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33" name="任意多边形: 形状 332"/>
            <p:cNvSpPr>
              <a:spLocks/>
            </p:cNvSpPr>
            <p:nvPr userDrawn="1"/>
          </p:nvSpPr>
          <p:spPr bwMode="auto">
            <a:xfrm>
              <a:off x="10374313" y="2981325"/>
              <a:ext cx="1244600" cy="1227138"/>
            </a:xfrm>
            <a:custGeom>
              <a:avLst/>
              <a:gdLst>
                <a:gd name="T0" fmla="*/ 125 w 425"/>
                <a:gd name="T1" fmla="*/ 419 h 419"/>
                <a:gd name="T2" fmla="*/ 137 w 425"/>
                <a:gd name="T3" fmla="*/ 139 h 419"/>
                <a:gd name="T4" fmla="*/ 354 w 425"/>
                <a:gd name="T5" fmla="*/ 51 h 419"/>
                <a:gd name="T6" fmla="*/ 425 w 425"/>
                <a:gd name="T7" fmla="*/ 90 h 419"/>
                <a:gd name="T8" fmla="*/ 85 w 425"/>
                <a:gd name="T9" fmla="*/ 100 h 419"/>
                <a:gd name="T10" fmla="*/ 50 w 425"/>
                <a:gd name="T11" fmla="*/ 379 h 419"/>
                <a:gd name="T12" fmla="*/ 125 w 425"/>
                <a:gd name="T13" fmla="*/ 419 h 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5" h="419">
                  <a:moveTo>
                    <a:pt x="125" y="419"/>
                  </a:moveTo>
                  <a:cubicBezTo>
                    <a:pt x="69" y="336"/>
                    <a:pt x="70" y="222"/>
                    <a:pt x="137" y="139"/>
                  </a:cubicBezTo>
                  <a:cubicBezTo>
                    <a:pt x="191" y="72"/>
                    <a:pt x="274" y="42"/>
                    <a:pt x="354" y="51"/>
                  </a:cubicBezTo>
                  <a:cubicBezTo>
                    <a:pt x="425" y="90"/>
                    <a:pt x="425" y="90"/>
                    <a:pt x="425" y="90"/>
                  </a:cubicBezTo>
                  <a:cubicBezTo>
                    <a:pt x="328" y="0"/>
                    <a:pt x="176" y="5"/>
                    <a:pt x="85" y="100"/>
                  </a:cubicBezTo>
                  <a:cubicBezTo>
                    <a:pt x="11" y="178"/>
                    <a:pt x="0" y="291"/>
                    <a:pt x="50" y="379"/>
                  </a:cubicBezTo>
                  <a:lnTo>
                    <a:pt x="125" y="4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34" name="任意多边形: 形状 333"/>
            <p:cNvSpPr>
              <a:spLocks/>
            </p:cNvSpPr>
            <p:nvPr userDrawn="1"/>
          </p:nvSpPr>
          <p:spPr bwMode="auto">
            <a:xfrm>
              <a:off x="10291763" y="2940050"/>
              <a:ext cx="1246188" cy="1227138"/>
            </a:xfrm>
            <a:custGeom>
              <a:avLst/>
              <a:gdLst>
                <a:gd name="T0" fmla="*/ 126 w 425"/>
                <a:gd name="T1" fmla="*/ 419 h 419"/>
                <a:gd name="T2" fmla="*/ 138 w 425"/>
                <a:gd name="T3" fmla="*/ 138 h 419"/>
                <a:gd name="T4" fmla="*/ 354 w 425"/>
                <a:gd name="T5" fmla="*/ 51 h 419"/>
                <a:gd name="T6" fmla="*/ 425 w 425"/>
                <a:gd name="T7" fmla="*/ 90 h 419"/>
                <a:gd name="T8" fmla="*/ 85 w 425"/>
                <a:gd name="T9" fmla="*/ 100 h 419"/>
                <a:gd name="T10" fmla="*/ 50 w 425"/>
                <a:gd name="T11" fmla="*/ 378 h 419"/>
                <a:gd name="T12" fmla="*/ 126 w 425"/>
                <a:gd name="T13" fmla="*/ 419 h 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5" h="419">
                  <a:moveTo>
                    <a:pt x="126" y="419"/>
                  </a:moveTo>
                  <a:cubicBezTo>
                    <a:pt x="69" y="335"/>
                    <a:pt x="71" y="221"/>
                    <a:pt x="138" y="138"/>
                  </a:cubicBezTo>
                  <a:cubicBezTo>
                    <a:pt x="192" y="72"/>
                    <a:pt x="274" y="41"/>
                    <a:pt x="354" y="51"/>
                  </a:cubicBezTo>
                  <a:cubicBezTo>
                    <a:pt x="425" y="90"/>
                    <a:pt x="425" y="90"/>
                    <a:pt x="425" y="90"/>
                  </a:cubicBezTo>
                  <a:cubicBezTo>
                    <a:pt x="328" y="0"/>
                    <a:pt x="176" y="4"/>
                    <a:pt x="85" y="100"/>
                  </a:cubicBezTo>
                  <a:cubicBezTo>
                    <a:pt x="11" y="177"/>
                    <a:pt x="0" y="290"/>
                    <a:pt x="50" y="378"/>
                  </a:cubicBezTo>
                  <a:lnTo>
                    <a:pt x="126" y="419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35" name="任意多边形: 形状 334"/>
            <p:cNvSpPr>
              <a:spLocks/>
            </p:cNvSpPr>
            <p:nvPr userDrawn="1"/>
          </p:nvSpPr>
          <p:spPr bwMode="auto">
            <a:xfrm>
              <a:off x="10374313" y="2981325"/>
              <a:ext cx="1244600" cy="1227138"/>
            </a:xfrm>
            <a:custGeom>
              <a:avLst/>
              <a:gdLst>
                <a:gd name="T0" fmla="*/ 125 w 425"/>
                <a:gd name="T1" fmla="*/ 419 h 419"/>
                <a:gd name="T2" fmla="*/ 137 w 425"/>
                <a:gd name="T3" fmla="*/ 139 h 419"/>
                <a:gd name="T4" fmla="*/ 354 w 425"/>
                <a:gd name="T5" fmla="*/ 51 h 419"/>
                <a:gd name="T6" fmla="*/ 425 w 425"/>
                <a:gd name="T7" fmla="*/ 90 h 419"/>
                <a:gd name="T8" fmla="*/ 85 w 425"/>
                <a:gd name="T9" fmla="*/ 100 h 419"/>
                <a:gd name="T10" fmla="*/ 50 w 425"/>
                <a:gd name="T11" fmla="*/ 379 h 419"/>
                <a:gd name="T12" fmla="*/ 125 w 425"/>
                <a:gd name="T13" fmla="*/ 419 h 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5" h="419">
                  <a:moveTo>
                    <a:pt x="125" y="419"/>
                  </a:moveTo>
                  <a:cubicBezTo>
                    <a:pt x="69" y="336"/>
                    <a:pt x="70" y="222"/>
                    <a:pt x="137" y="139"/>
                  </a:cubicBezTo>
                  <a:cubicBezTo>
                    <a:pt x="191" y="72"/>
                    <a:pt x="274" y="42"/>
                    <a:pt x="354" y="51"/>
                  </a:cubicBezTo>
                  <a:cubicBezTo>
                    <a:pt x="425" y="90"/>
                    <a:pt x="425" y="90"/>
                    <a:pt x="425" y="90"/>
                  </a:cubicBezTo>
                  <a:cubicBezTo>
                    <a:pt x="328" y="0"/>
                    <a:pt x="176" y="5"/>
                    <a:pt x="85" y="100"/>
                  </a:cubicBezTo>
                  <a:cubicBezTo>
                    <a:pt x="11" y="178"/>
                    <a:pt x="0" y="291"/>
                    <a:pt x="50" y="379"/>
                  </a:cubicBezTo>
                  <a:lnTo>
                    <a:pt x="125" y="419"/>
                  </a:lnTo>
                  <a:close/>
                </a:path>
              </a:pathLst>
            </a:custGeom>
            <a:noFill/>
            <a:ln w="4762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36" name="任意多边形: 形状 335"/>
            <p:cNvSpPr>
              <a:spLocks/>
            </p:cNvSpPr>
            <p:nvPr userDrawn="1"/>
          </p:nvSpPr>
          <p:spPr bwMode="auto">
            <a:xfrm>
              <a:off x="10856913" y="3754438"/>
              <a:ext cx="407988" cy="319088"/>
            </a:xfrm>
            <a:custGeom>
              <a:avLst/>
              <a:gdLst>
                <a:gd name="T0" fmla="*/ 0 w 257"/>
                <a:gd name="T1" fmla="*/ 92 h 201"/>
                <a:gd name="T2" fmla="*/ 207 w 257"/>
                <a:gd name="T3" fmla="*/ 201 h 201"/>
                <a:gd name="T4" fmla="*/ 257 w 257"/>
                <a:gd name="T5" fmla="*/ 109 h 201"/>
                <a:gd name="T6" fmla="*/ 52 w 257"/>
                <a:gd name="T7" fmla="*/ 0 h 201"/>
                <a:gd name="T8" fmla="*/ 0 w 257"/>
                <a:gd name="T9" fmla="*/ 92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7" h="201">
                  <a:moveTo>
                    <a:pt x="0" y="92"/>
                  </a:moveTo>
                  <a:lnTo>
                    <a:pt x="207" y="201"/>
                  </a:lnTo>
                  <a:lnTo>
                    <a:pt x="257" y="109"/>
                  </a:lnTo>
                  <a:lnTo>
                    <a:pt x="52" y="0"/>
                  </a:lnTo>
                  <a:lnTo>
                    <a:pt x="0" y="92"/>
                  </a:lnTo>
                  <a:close/>
                </a:path>
              </a:pathLst>
            </a:custGeom>
            <a:noFill/>
            <a:ln w="4762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37" name="任意多边形: 形状 336"/>
            <p:cNvSpPr>
              <a:spLocks/>
            </p:cNvSpPr>
            <p:nvPr userDrawn="1"/>
          </p:nvSpPr>
          <p:spPr bwMode="auto">
            <a:xfrm>
              <a:off x="10915651" y="3956050"/>
              <a:ext cx="165100" cy="147638"/>
            </a:xfrm>
            <a:custGeom>
              <a:avLst/>
              <a:gdLst>
                <a:gd name="T0" fmla="*/ 0 w 104"/>
                <a:gd name="T1" fmla="*/ 54 h 93"/>
                <a:gd name="T2" fmla="*/ 74 w 104"/>
                <a:gd name="T3" fmla="*/ 93 h 93"/>
                <a:gd name="T4" fmla="*/ 104 w 104"/>
                <a:gd name="T5" fmla="*/ 39 h 93"/>
                <a:gd name="T6" fmla="*/ 30 w 104"/>
                <a:gd name="T7" fmla="*/ 0 h 93"/>
                <a:gd name="T8" fmla="*/ 0 w 104"/>
                <a:gd name="T9" fmla="*/ 54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4" h="93">
                  <a:moveTo>
                    <a:pt x="0" y="54"/>
                  </a:moveTo>
                  <a:lnTo>
                    <a:pt x="74" y="93"/>
                  </a:lnTo>
                  <a:lnTo>
                    <a:pt x="104" y="39"/>
                  </a:lnTo>
                  <a:lnTo>
                    <a:pt x="30" y="0"/>
                  </a:lnTo>
                  <a:lnTo>
                    <a:pt x="0" y="54"/>
                  </a:lnTo>
                  <a:close/>
                </a:path>
              </a:pathLst>
            </a:custGeom>
            <a:noFill/>
            <a:ln w="4762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38" name="任意多边形: 形状 337"/>
            <p:cNvSpPr>
              <a:spLocks/>
            </p:cNvSpPr>
            <p:nvPr userDrawn="1"/>
          </p:nvSpPr>
          <p:spPr bwMode="auto">
            <a:xfrm>
              <a:off x="10485438" y="4035425"/>
              <a:ext cx="762000" cy="477838"/>
            </a:xfrm>
            <a:custGeom>
              <a:avLst/>
              <a:gdLst>
                <a:gd name="T0" fmla="*/ 0 w 480"/>
                <a:gd name="T1" fmla="*/ 65 h 301"/>
                <a:gd name="T2" fmla="*/ 447 w 480"/>
                <a:gd name="T3" fmla="*/ 301 h 301"/>
                <a:gd name="T4" fmla="*/ 480 w 480"/>
                <a:gd name="T5" fmla="*/ 237 h 301"/>
                <a:gd name="T6" fmla="*/ 33 w 480"/>
                <a:gd name="T7" fmla="*/ 0 h 301"/>
                <a:gd name="T8" fmla="*/ 0 w 480"/>
                <a:gd name="T9" fmla="*/ 65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80" h="301">
                  <a:moveTo>
                    <a:pt x="0" y="65"/>
                  </a:moveTo>
                  <a:lnTo>
                    <a:pt x="447" y="301"/>
                  </a:lnTo>
                  <a:lnTo>
                    <a:pt x="480" y="237"/>
                  </a:lnTo>
                  <a:lnTo>
                    <a:pt x="33" y="0"/>
                  </a:lnTo>
                  <a:lnTo>
                    <a:pt x="0" y="65"/>
                  </a:ln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39" name="任意多边形: 形状 338"/>
            <p:cNvSpPr>
              <a:spLocks/>
            </p:cNvSpPr>
            <p:nvPr userDrawn="1"/>
          </p:nvSpPr>
          <p:spPr bwMode="auto">
            <a:xfrm>
              <a:off x="10672763" y="4270375"/>
              <a:ext cx="269875" cy="225425"/>
            </a:xfrm>
            <a:custGeom>
              <a:avLst/>
              <a:gdLst>
                <a:gd name="T0" fmla="*/ 0 w 170"/>
                <a:gd name="T1" fmla="*/ 74 h 142"/>
                <a:gd name="T2" fmla="*/ 129 w 170"/>
                <a:gd name="T3" fmla="*/ 142 h 142"/>
                <a:gd name="T4" fmla="*/ 170 w 170"/>
                <a:gd name="T5" fmla="*/ 68 h 142"/>
                <a:gd name="T6" fmla="*/ 41 w 170"/>
                <a:gd name="T7" fmla="*/ 0 h 142"/>
                <a:gd name="T8" fmla="*/ 0 w 170"/>
                <a:gd name="T9" fmla="*/ 74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0" h="142">
                  <a:moveTo>
                    <a:pt x="0" y="74"/>
                  </a:moveTo>
                  <a:lnTo>
                    <a:pt x="129" y="142"/>
                  </a:lnTo>
                  <a:lnTo>
                    <a:pt x="170" y="68"/>
                  </a:lnTo>
                  <a:lnTo>
                    <a:pt x="41" y="0"/>
                  </a:lnTo>
                  <a:lnTo>
                    <a:pt x="0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40" name="任意多边形: 形状 339"/>
            <p:cNvSpPr>
              <a:spLocks/>
            </p:cNvSpPr>
            <p:nvPr userDrawn="1"/>
          </p:nvSpPr>
          <p:spPr bwMode="auto">
            <a:xfrm>
              <a:off x="10610851" y="4238625"/>
              <a:ext cx="269875" cy="225425"/>
            </a:xfrm>
            <a:custGeom>
              <a:avLst/>
              <a:gdLst>
                <a:gd name="T0" fmla="*/ 0 w 170"/>
                <a:gd name="T1" fmla="*/ 73 h 142"/>
                <a:gd name="T2" fmla="*/ 131 w 170"/>
                <a:gd name="T3" fmla="*/ 142 h 142"/>
                <a:gd name="T4" fmla="*/ 170 w 170"/>
                <a:gd name="T5" fmla="*/ 68 h 142"/>
                <a:gd name="T6" fmla="*/ 41 w 170"/>
                <a:gd name="T7" fmla="*/ 0 h 142"/>
                <a:gd name="T8" fmla="*/ 0 w 170"/>
                <a:gd name="T9" fmla="*/ 73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0" h="142">
                  <a:moveTo>
                    <a:pt x="0" y="73"/>
                  </a:moveTo>
                  <a:lnTo>
                    <a:pt x="131" y="142"/>
                  </a:lnTo>
                  <a:lnTo>
                    <a:pt x="170" y="68"/>
                  </a:lnTo>
                  <a:lnTo>
                    <a:pt x="41" y="0"/>
                  </a:lnTo>
                  <a:lnTo>
                    <a:pt x="0" y="73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41" name="任意多边形: 形状 340"/>
            <p:cNvSpPr>
              <a:spLocks/>
            </p:cNvSpPr>
            <p:nvPr userDrawn="1"/>
          </p:nvSpPr>
          <p:spPr bwMode="auto">
            <a:xfrm>
              <a:off x="10672763" y="4270375"/>
              <a:ext cx="269875" cy="225425"/>
            </a:xfrm>
            <a:custGeom>
              <a:avLst/>
              <a:gdLst>
                <a:gd name="T0" fmla="*/ 0 w 170"/>
                <a:gd name="T1" fmla="*/ 74 h 142"/>
                <a:gd name="T2" fmla="*/ 129 w 170"/>
                <a:gd name="T3" fmla="*/ 142 h 142"/>
                <a:gd name="T4" fmla="*/ 170 w 170"/>
                <a:gd name="T5" fmla="*/ 68 h 142"/>
                <a:gd name="T6" fmla="*/ 41 w 170"/>
                <a:gd name="T7" fmla="*/ 0 h 142"/>
                <a:gd name="T8" fmla="*/ 0 w 170"/>
                <a:gd name="T9" fmla="*/ 74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0" h="142">
                  <a:moveTo>
                    <a:pt x="0" y="74"/>
                  </a:moveTo>
                  <a:lnTo>
                    <a:pt x="129" y="142"/>
                  </a:lnTo>
                  <a:lnTo>
                    <a:pt x="170" y="68"/>
                  </a:lnTo>
                  <a:lnTo>
                    <a:pt x="41" y="0"/>
                  </a:lnTo>
                  <a:lnTo>
                    <a:pt x="0" y="74"/>
                  </a:lnTo>
                  <a:close/>
                </a:path>
              </a:pathLst>
            </a:custGeom>
            <a:noFill/>
            <a:ln w="4762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42" name="任意多边形: 形状 341"/>
            <p:cNvSpPr>
              <a:spLocks/>
            </p:cNvSpPr>
            <p:nvPr userDrawn="1"/>
          </p:nvSpPr>
          <p:spPr bwMode="auto">
            <a:xfrm>
              <a:off x="10253663" y="4246563"/>
              <a:ext cx="920750" cy="554038"/>
            </a:xfrm>
            <a:custGeom>
              <a:avLst/>
              <a:gdLst>
                <a:gd name="T0" fmla="*/ 96 w 580"/>
                <a:gd name="T1" fmla="*/ 0 h 349"/>
                <a:gd name="T2" fmla="*/ 329 w 580"/>
                <a:gd name="T3" fmla="*/ 124 h 349"/>
                <a:gd name="T4" fmla="*/ 561 w 580"/>
                <a:gd name="T5" fmla="*/ 246 h 349"/>
                <a:gd name="T6" fmla="*/ 580 w 580"/>
                <a:gd name="T7" fmla="*/ 349 h 349"/>
                <a:gd name="T8" fmla="*/ 290 w 580"/>
                <a:gd name="T9" fmla="*/ 196 h 349"/>
                <a:gd name="T10" fmla="*/ 0 w 580"/>
                <a:gd name="T11" fmla="*/ 43 h 349"/>
                <a:gd name="T12" fmla="*/ 96 w 580"/>
                <a:gd name="T13" fmla="*/ 0 h 3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0" h="349">
                  <a:moveTo>
                    <a:pt x="96" y="0"/>
                  </a:moveTo>
                  <a:lnTo>
                    <a:pt x="329" y="124"/>
                  </a:lnTo>
                  <a:lnTo>
                    <a:pt x="561" y="246"/>
                  </a:lnTo>
                  <a:lnTo>
                    <a:pt x="580" y="349"/>
                  </a:lnTo>
                  <a:lnTo>
                    <a:pt x="290" y="196"/>
                  </a:lnTo>
                  <a:lnTo>
                    <a:pt x="0" y="43"/>
                  </a:lnTo>
                  <a:lnTo>
                    <a:pt x="96" y="0"/>
                  </a:lnTo>
                  <a:close/>
                </a:path>
              </a:pathLst>
            </a:custGeom>
            <a:noFill/>
            <a:ln w="4762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43" name="任意多边形: 形状 342"/>
            <p:cNvSpPr>
              <a:spLocks/>
            </p:cNvSpPr>
            <p:nvPr userDrawn="1"/>
          </p:nvSpPr>
          <p:spPr bwMode="auto">
            <a:xfrm>
              <a:off x="10837863" y="2830513"/>
              <a:ext cx="998538" cy="1149350"/>
            </a:xfrm>
            <a:custGeom>
              <a:avLst/>
              <a:gdLst>
                <a:gd name="T0" fmla="*/ 0 w 629"/>
                <a:gd name="T1" fmla="*/ 549 h 724"/>
                <a:gd name="T2" fmla="*/ 332 w 629"/>
                <a:gd name="T3" fmla="*/ 724 h 724"/>
                <a:gd name="T4" fmla="*/ 629 w 629"/>
                <a:gd name="T5" fmla="*/ 176 h 724"/>
                <a:gd name="T6" fmla="*/ 297 w 629"/>
                <a:gd name="T7" fmla="*/ 0 h 724"/>
                <a:gd name="T8" fmla="*/ 0 w 629"/>
                <a:gd name="T9" fmla="*/ 549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29" h="724">
                  <a:moveTo>
                    <a:pt x="0" y="549"/>
                  </a:moveTo>
                  <a:lnTo>
                    <a:pt x="332" y="724"/>
                  </a:lnTo>
                  <a:lnTo>
                    <a:pt x="629" y="176"/>
                  </a:lnTo>
                  <a:lnTo>
                    <a:pt x="297" y="0"/>
                  </a:lnTo>
                  <a:lnTo>
                    <a:pt x="0" y="54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44" name="任意多边形: 形状 343"/>
            <p:cNvSpPr>
              <a:spLocks/>
            </p:cNvSpPr>
            <p:nvPr userDrawn="1"/>
          </p:nvSpPr>
          <p:spPr bwMode="auto">
            <a:xfrm>
              <a:off x="10755313" y="2787650"/>
              <a:ext cx="1001713" cy="1150938"/>
            </a:xfrm>
            <a:custGeom>
              <a:avLst/>
              <a:gdLst>
                <a:gd name="T0" fmla="*/ 0 w 631"/>
                <a:gd name="T1" fmla="*/ 548 h 725"/>
                <a:gd name="T2" fmla="*/ 334 w 631"/>
                <a:gd name="T3" fmla="*/ 725 h 725"/>
                <a:gd name="T4" fmla="*/ 631 w 631"/>
                <a:gd name="T5" fmla="*/ 177 h 725"/>
                <a:gd name="T6" fmla="*/ 297 w 631"/>
                <a:gd name="T7" fmla="*/ 0 h 725"/>
                <a:gd name="T8" fmla="*/ 0 w 631"/>
                <a:gd name="T9" fmla="*/ 548 h 7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1" h="725">
                  <a:moveTo>
                    <a:pt x="0" y="548"/>
                  </a:moveTo>
                  <a:lnTo>
                    <a:pt x="334" y="725"/>
                  </a:lnTo>
                  <a:lnTo>
                    <a:pt x="631" y="177"/>
                  </a:lnTo>
                  <a:lnTo>
                    <a:pt x="297" y="0"/>
                  </a:lnTo>
                  <a:lnTo>
                    <a:pt x="0" y="548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45" name="任意多边形: 形状 344"/>
            <p:cNvSpPr>
              <a:spLocks/>
            </p:cNvSpPr>
            <p:nvPr userDrawn="1"/>
          </p:nvSpPr>
          <p:spPr bwMode="auto">
            <a:xfrm>
              <a:off x="10837863" y="2830513"/>
              <a:ext cx="998538" cy="1149350"/>
            </a:xfrm>
            <a:custGeom>
              <a:avLst/>
              <a:gdLst>
                <a:gd name="T0" fmla="*/ 0 w 629"/>
                <a:gd name="T1" fmla="*/ 549 h 724"/>
                <a:gd name="T2" fmla="*/ 332 w 629"/>
                <a:gd name="T3" fmla="*/ 724 h 724"/>
                <a:gd name="T4" fmla="*/ 629 w 629"/>
                <a:gd name="T5" fmla="*/ 176 h 724"/>
                <a:gd name="T6" fmla="*/ 297 w 629"/>
                <a:gd name="T7" fmla="*/ 0 h 724"/>
                <a:gd name="T8" fmla="*/ 0 w 629"/>
                <a:gd name="T9" fmla="*/ 549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29" h="724">
                  <a:moveTo>
                    <a:pt x="0" y="549"/>
                  </a:moveTo>
                  <a:lnTo>
                    <a:pt x="332" y="724"/>
                  </a:lnTo>
                  <a:lnTo>
                    <a:pt x="629" y="176"/>
                  </a:lnTo>
                  <a:lnTo>
                    <a:pt x="297" y="0"/>
                  </a:lnTo>
                  <a:lnTo>
                    <a:pt x="0" y="549"/>
                  </a:lnTo>
                  <a:close/>
                </a:path>
              </a:pathLst>
            </a:custGeom>
            <a:noFill/>
            <a:ln w="4762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</p:grpSp>
    </p:spTree>
    <p:extLst>
      <p:ext uri="{BB962C8B-B14F-4D97-AF65-F5344CB8AC3E}">
        <p14:creationId xmlns:p14="http://schemas.microsoft.com/office/powerpoint/2010/main" val="23786584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9925" y="3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925" y="1123952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zh-CN" altLang="en-US" dirty="0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669925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日期占位符 7">
            <a:extLst>
              <a:ext uri="{FF2B5EF4-FFF2-40B4-BE49-F238E27FC236}">
                <a16:creationId xmlns:a16="http://schemas.microsoft.com/office/drawing/2014/main" id="{04388434-9949-479C-A9C3-67A953F6A9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01732" y="6240465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489D9C7-5DC6-4263-87FF-7C99F6FB63C3}" type="datetime1">
              <a:rPr lang="zh-CN" altLang="en-US" smtClean="0"/>
              <a:t>2025/11/26</a:t>
            </a:fld>
            <a:endParaRPr lang="zh-CN" altLang="en-US" dirty="0"/>
          </a:p>
        </p:txBody>
      </p:sp>
      <p:sp>
        <p:nvSpPr>
          <p:cNvPr id="9" name="页脚占位符 8">
            <a:extLst>
              <a:ext uri="{FF2B5EF4-FFF2-40B4-BE49-F238E27FC236}">
                <a16:creationId xmlns:a16="http://schemas.microsoft.com/office/drawing/2014/main" id="{50A5656E-7A33-4865-A262-1F96263BA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9925" y="6240465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altLang="zh-CN" dirty="0"/>
              <a:t>OfficePLUS</a:t>
            </a:r>
            <a:endParaRPr lang="zh-CN" altLang="en-US" dirty="0"/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5BF52F79-380E-4278-8B67-588AFE584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599" y="6240465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84027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1" r:id="rId2"/>
    <p:sldLayoutId id="2147483669" r:id="rId3"/>
    <p:sldLayoutId id="2147483665" r:id="rId4"/>
    <p:sldLayoutId id="2147483662" r:id="rId5"/>
    <p:sldLayoutId id="2147483655" r:id="rId6"/>
    <p:sldLayoutId id="2147483661" r:id="rId7"/>
  </p:sldLayoutIdLst>
  <p:hf hdr="0" dt="0"/>
  <p:txStyles>
    <p:titleStyle>
      <a:lvl1pPr algn="l" defTabSz="685766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2" indent="-171442" algn="l" defTabSz="685766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25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07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090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42974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856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39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22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05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4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66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49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32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15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297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180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064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3" userDrawn="1">
          <p15:clr>
            <a:srgbClr val="F26B43"/>
          </p15:clr>
        </p15:guide>
        <p15:guide id="2" pos="7257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31" userDrawn="1">
          <p15:clr>
            <a:srgbClr val="F26B43"/>
          </p15:clr>
        </p15:guide>
        <p15:guide id="6" orient="horz" pos="386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副标题 4"/>
          <p:cNvSpPr>
            <a:spLocks noGrp="1"/>
          </p:cNvSpPr>
          <p:nvPr>
            <p:ph type="subTitle" idx="1"/>
          </p:nvPr>
        </p:nvSpPr>
        <p:spPr>
          <a:xfrm>
            <a:off x="2027038" y="2881910"/>
            <a:ext cx="8137923" cy="419099"/>
          </a:xfrm>
        </p:spPr>
        <p:txBody>
          <a:bodyPr>
            <a:normAutofit/>
          </a:bodyPr>
          <a:lstStyle/>
          <a:p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</a:rPr>
              <a:t>Project presentation, Group 0x</a:t>
            </a:r>
          </a:p>
        </p:txBody>
      </p:sp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2026444" y="1634578"/>
            <a:ext cx="8137923" cy="1247332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Cambria" panose="02040503050406030204" pitchFamily="18" charset="0"/>
                <a:ea typeface="Cambria" panose="02040503050406030204" pitchFamily="18" charset="0"/>
              </a:rPr>
              <a:t>Code Obfuscator</a:t>
            </a:r>
            <a:endParaRPr lang="zh-CN" altLang="en-US" sz="4000" dirty="0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1741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0E6E7-192D-CF04-C2AC-DC324B025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8805DE-6901-2157-953E-AA97BB17F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Cambria" panose="02040503050406030204" pitchFamily="18" charset="0"/>
                <a:ea typeface="Cambria" panose="02040503050406030204" pitchFamily="18" charset="0"/>
              </a:rPr>
              <a:t>Abstract Syntax Tree</a:t>
            </a:r>
            <a:endParaRPr lang="zh-CN" altLang="en-US" dirty="0">
              <a:latin typeface="Cambria" panose="02040503050406030204" pitchFamily="18" charset="0"/>
            </a:endParaRPr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6EE236E-9454-97E2-13F2-CCEF25FAE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OfficePLUS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07D8ADE-2AA8-036C-B9C8-9156024C9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2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A06E0C4-8937-8FA7-F1FD-C5CE99A6104A}"/>
              </a:ext>
            </a:extLst>
          </p:cNvPr>
          <p:cNvSpPr txBox="1"/>
          <p:nvPr/>
        </p:nvSpPr>
        <p:spPr>
          <a:xfrm>
            <a:off x="669925" y="1227065"/>
            <a:ext cx="1085056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Analyze source code and generate AST, which helps us understand the structure of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Literal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String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Number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Array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Expression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Unary operation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Binary operation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Ternary operation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Statement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Declaration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Assignment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Function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If/While/For Block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Struct/Class</a:t>
            </a:r>
          </a:p>
        </p:txBody>
      </p:sp>
    </p:spTree>
    <p:extLst>
      <p:ext uri="{BB962C8B-B14F-4D97-AF65-F5344CB8AC3E}">
        <p14:creationId xmlns:p14="http://schemas.microsoft.com/office/powerpoint/2010/main" val="23522589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Cambria" panose="02040503050406030204" pitchFamily="18" charset="0"/>
                <a:ea typeface="Cambria" panose="02040503050406030204" pitchFamily="18" charset="0"/>
              </a:rPr>
              <a:t>Implementations</a:t>
            </a:r>
            <a:endParaRPr lang="zh-CN" altLang="en-US" dirty="0">
              <a:latin typeface="Cambria" panose="02040503050406030204" pitchFamily="18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OfficePLUS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3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12B1B7C-CD36-4BC6-324B-F69DA42A11EF}"/>
              </a:ext>
            </a:extLst>
          </p:cNvPr>
          <p:cNvSpPr txBox="1"/>
          <p:nvPr/>
        </p:nvSpPr>
        <p:spPr bwMode="auto">
          <a:xfrm>
            <a:off x="669924" y="1205882"/>
            <a:ext cx="9606751" cy="4068677"/>
          </a:xfrm>
          <a:prstGeom prst="rect">
            <a:avLst/>
          </a:prstGeom>
          <a:noFill/>
        </p:spPr>
        <p:txBody>
          <a:bodyPr wrap="square" tIns="0" anchor="t">
            <a:noAutofit/>
          </a:bodyPr>
          <a:lstStyle>
            <a:defPPr>
              <a:defRPr lang="zh-CN"/>
            </a:defPPr>
            <a:lvl1pPr>
              <a:defRPr sz="1600" b="1"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1pPr>
            <a:lvl2pPr marL="742950" indent="-285750">
              <a:defRPr sz="3200" b="1">
                <a:solidFill>
                  <a:srgbClr val="4D4D4D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3200" b="1">
                <a:solidFill>
                  <a:srgbClr val="4D4D4D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3200" b="1">
                <a:solidFill>
                  <a:srgbClr val="4D4D4D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3200" b="1">
                <a:solidFill>
                  <a:srgbClr val="4D4D4D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4D4D4D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4D4D4D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4D4D4D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4D4D4D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latin typeface="Cambria" panose="02040503050406030204" pitchFamily="18" charset="0"/>
                <a:ea typeface="Cambria" panose="02040503050406030204" pitchFamily="18" charset="0"/>
                <a:sym typeface="+mn-lt"/>
              </a:rPr>
              <a:t>String Obfuscator</a:t>
            </a:r>
            <a:r>
              <a:rPr lang="en-US" altLang="zh-CN" sz="1800" b="0" dirty="0">
                <a:latin typeface="Cambria" panose="02040503050406030204" pitchFamily="18" charset="0"/>
                <a:ea typeface="Cambria" panose="02040503050406030204" pitchFamily="18" charset="0"/>
                <a:sym typeface="+mn-lt"/>
              </a:rPr>
              <a:t>: Separate strings to chars</a:t>
            </a:r>
            <a:endParaRPr lang="en-US" altLang="zh-CN" sz="1800" dirty="0">
              <a:latin typeface="Cambria" panose="02040503050406030204" pitchFamily="18" charset="0"/>
              <a:ea typeface="Cambria" panose="02040503050406030204" pitchFamily="18" charset="0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latin typeface="Cambria" panose="02040503050406030204" pitchFamily="18" charset="0"/>
                <a:ea typeface="Cambria" panose="02040503050406030204" pitchFamily="18" charset="0"/>
                <a:sym typeface="+mn-lt"/>
              </a:rPr>
              <a:t>Dead Code Obfuscator</a:t>
            </a:r>
            <a:r>
              <a:rPr lang="en-US" altLang="zh-CN" sz="1800" b="0" dirty="0">
                <a:latin typeface="Cambria" panose="02040503050406030204" pitchFamily="18" charset="0"/>
                <a:ea typeface="Cambria" panose="02040503050406030204" pitchFamily="18" charset="0"/>
                <a:sym typeface="+mn-lt"/>
              </a:rPr>
              <a:t>: Add code that won’t be executed</a:t>
            </a:r>
            <a:endParaRPr lang="en-US" altLang="zh-CN" sz="1800" dirty="0">
              <a:latin typeface="Cambria" panose="02040503050406030204" pitchFamily="18" charset="0"/>
              <a:ea typeface="Cambria" panose="02040503050406030204" pitchFamily="18" charset="0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latin typeface="Cambria" panose="02040503050406030204" pitchFamily="18" charset="0"/>
                <a:ea typeface="Cambria" panose="02040503050406030204" pitchFamily="18" charset="0"/>
                <a:sym typeface="+mn-lt"/>
              </a:rPr>
              <a:t>Control Flow Obfuscator</a:t>
            </a:r>
            <a:r>
              <a:rPr lang="en-US" altLang="zh-CN" sz="1800" b="0" dirty="0">
                <a:latin typeface="Cambria" panose="02040503050406030204" pitchFamily="18" charset="0"/>
                <a:ea typeface="Cambria" panose="02040503050406030204" pitchFamily="18" charset="0"/>
                <a:sym typeface="+mn-lt"/>
              </a:rPr>
              <a:t>: Add if statement with true condition</a:t>
            </a:r>
            <a:endParaRPr lang="en-US" altLang="zh-CN" sz="1800" dirty="0">
              <a:latin typeface="Cambria" panose="02040503050406030204" pitchFamily="18" charset="0"/>
              <a:ea typeface="Cambria" panose="02040503050406030204" pitchFamily="18" charset="0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latin typeface="Cambria" panose="02040503050406030204" pitchFamily="18" charset="0"/>
                <a:ea typeface="Cambria" panose="02040503050406030204" pitchFamily="18" charset="0"/>
                <a:sym typeface="+mn-lt"/>
              </a:rPr>
              <a:t>Layout Obfuscator</a:t>
            </a:r>
            <a:r>
              <a:rPr lang="en-US" altLang="zh-CN" sz="1800" b="0" dirty="0">
                <a:latin typeface="Cambria" panose="02040503050406030204" pitchFamily="18" charset="0"/>
                <a:ea typeface="Cambria" panose="02040503050406030204" pitchFamily="18" charset="0"/>
                <a:sym typeface="+mn-lt"/>
              </a:rPr>
              <a:t>: Change names of functions and variables to random, meaningless names</a:t>
            </a:r>
            <a:endParaRPr lang="en-US" altLang="zh-CN" sz="1800" dirty="0">
              <a:latin typeface="Cambria" panose="02040503050406030204" pitchFamily="18" charset="0"/>
              <a:ea typeface="Cambria" panose="02040503050406030204" pitchFamily="18" charset="0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latin typeface="Cambria" panose="02040503050406030204" pitchFamily="18" charset="0"/>
                <a:ea typeface="Cambria" panose="02040503050406030204" pitchFamily="18" charset="0"/>
                <a:sym typeface="+mn-lt"/>
              </a:rPr>
              <a:t>Data Flow Obfuscator</a:t>
            </a:r>
            <a:r>
              <a:rPr lang="en-US" altLang="zh-CN" sz="1800" b="0" dirty="0">
                <a:latin typeface="Cambria" panose="02040503050406030204" pitchFamily="18" charset="0"/>
                <a:ea typeface="Cambria" panose="02040503050406030204" pitchFamily="18" charset="0"/>
                <a:sym typeface="+mn-lt"/>
              </a:rPr>
              <a:t>: Change numbers to arithmetic expressions </a:t>
            </a:r>
            <a:endParaRPr lang="en-US" altLang="zh-CN" sz="1800" dirty="0">
              <a:latin typeface="Cambria" panose="02040503050406030204" pitchFamily="18" charset="0"/>
              <a:ea typeface="Cambria" panose="02040503050406030204" pitchFamily="18" charset="0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581694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3FC90-CC0A-6162-7724-632B77E56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7C52C5-7C69-A40E-5616-0BC184BFB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Cambria" panose="02040503050406030204" pitchFamily="18" charset="0"/>
                <a:ea typeface="Cambria" panose="02040503050406030204" pitchFamily="18" charset="0"/>
              </a:rPr>
              <a:t>Results</a:t>
            </a:r>
            <a:endParaRPr lang="zh-CN" altLang="en-US" dirty="0">
              <a:latin typeface="Cambria" panose="02040503050406030204" pitchFamily="18" charset="0"/>
            </a:endParaRPr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B07742A-9C6B-EABD-142D-33F8443E7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OfficePLUS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6DAB152-AFE0-8ADF-DDD5-E4E6A9436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41958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21E89-C85F-0856-E63C-725BD860C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742CF1-10A4-EBA3-9F67-F1B0D773C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Cambria" panose="02040503050406030204" pitchFamily="18" charset="0"/>
                <a:ea typeface="Cambria" panose="02040503050406030204" pitchFamily="18" charset="0"/>
              </a:rPr>
              <a:t>Evaluation</a:t>
            </a:r>
            <a:endParaRPr lang="zh-CN" altLang="en-US" dirty="0">
              <a:latin typeface="Cambria" panose="02040503050406030204" pitchFamily="18" charset="0"/>
            </a:endParaRPr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06F93D0-47C5-D921-22C9-466CB0CA7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OfficePLUS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B39FC5F-1EB1-B14D-25A5-1A1CFAD7C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5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64A221C-7461-AB5C-A79F-091DEC4AB92E}"/>
              </a:ext>
            </a:extLst>
          </p:cNvPr>
          <p:cNvSpPr txBox="1"/>
          <p:nvPr/>
        </p:nvSpPr>
        <p:spPr>
          <a:xfrm>
            <a:off x="669925" y="1227065"/>
            <a:ext cx="108505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Correctness: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Performance: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Main</a:t>
            </a:r>
            <a:r>
              <a:rPr lang="en-US" altLang="zh-CN" dirty="0">
                <a:latin typeface="Cambria" panose="02040503050406030204" pitchFamily="18" charset="0"/>
                <a:ea typeface="Cambria" panose="02040503050406030204" pitchFamily="18" charset="0"/>
              </a:rPr>
              <a:t>tain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ability:</a:t>
            </a:r>
          </a:p>
        </p:txBody>
      </p:sp>
    </p:spTree>
    <p:extLst>
      <p:ext uri="{BB962C8B-B14F-4D97-AF65-F5344CB8AC3E}">
        <p14:creationId xmlns:p14="http://schemas.microsoft.com/office/powerpoint/2010/main" val="35456647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CF229-7032-F001-D509-BD04D5DEA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副标题 4">
            <a:extLst>
              <a:ext uri="{FF2B5EF4-FFF2-40B4-BE49-F238E27FC236}">
                <a16:creationId xmlns:a16="http://schemas.microsoft.com/office/drawing/2014/main" id="{55BB9888-DC2D-5D62-6048-B27930FE21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27038" y="2881910"/>
            <a:ext cx="8137923" cy="419099"/>
          </a:xfrm>
        </p:spPr>
        <p:txBody>
          <a:bodyPr>
            <a:normAutofit/>
          </a:bodyPr>
          <a:lstStyle/>
          <a:p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</a:rPr>
              <a:t>Group 0x</a:t>
            </a: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CCD95F89-2290-8FEE-0852-C1E14B3ABE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26444" y="1634578"/>
            <a:ext cx="8137923" cy="1247332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latin typeface="Cambria" panose="02040503050406030204" pitchFamily="18" charset="0"/>
                <a:ea typeface="Cambria" panose="02040503050406030204" pitchFamily="18" charset="0"/>
              </a:rPr>
              <a:t>Thanks for Listening</a:t>
            </a:r>
            <a:endParaRPr lang="zh-CN" altLang="en-US" sz="3600" dirty="0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93529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C0498D3A-B738-48EC-A39C-94C58B88932B}"/>
              </a:ext>
            </a:extLst>
          </p:cNvPr>
          <p:cNvGrpSpPr/>
          <p:nvPr/>
        </p:nvGrpSpPr>
        <p:grpSpPr>
          <a:xfrm>
            <a:off x="750644" y="1591407"/>
            <a:ext cx="10769844" cy="4149969"/>
            <a:chOff x="757282" y="1700808"/>
            <a:chExt cx="10763205" cy="4083608"/>
          </a:xfrm>
        </p:grpSpPr>
        <p:grpSp>
          <p:nvGrpSpPr>
            <p:cNvPr id="6" name="组合 5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A759C196-DA28-4241-ABB5-975367026FE9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57282" y="1700808"/>
              <a:ext cx="10763205" cy="4083608"/>
              <a:chOff x="1175743" y="1700808"/>
              <a:chExt cx="10344744" cy="4083608"/>
            </a:xfrm>
          </p:grpSpPr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48F70259-7598-4270-874A-6F50772D10F6}"/>
                  </a:ext>
                </a:extLst>
              </p:cNvPr>
              <p:cNvSpPr txBox="1"/>
              <p:nvPr/>
            </p:nvSpPr>
            <p:spPr bwMode="auto">
              <a:xfrm>
                <a:off x="3822192" y="1780800"/>
                <a:ext cx="7698295" cy="4003616"/>
              </a:xfrm>
              <a:prstGeom prst="rect">
                <a:avLst/>
              </a:prstGeom>
              <a:noFill/>
            </p:spPr>
            <p:txBody>
              <a:bodyPr wrap="square" tIns="0" anchor="t">
                <a:noAutofit/>
              </a:bodyPr>
              <a:lstStyle>
                <a:defPPr>
                  <a:defRPr lang="zh-CN"/>
                </a:defPPr>
                <a:lvl1pPr>
                  <a:defRPr sz="1600" b="1"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1pPr>
                <a:lvl2pPr marL="742950" indent="-285750"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9pPr>
              </a:lstStyle>
              <a:p>
                <a:pPr marL="257175" indent="-257175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altLang="zh-CN" b="0" dirty="0">
                    <a:latin typeface="+mn-lt"/>
                    <a:ea typeface="+mn-ea"/>
                    <a:sym typeface="+mn-lt"/>
                  </a:rPr>
                  <a:t>Subtitle Here</a:t>
                </a:r>
              </a:p>
              <a:p>
                <a:pPr marL="257175" indent="-257175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altLang="zh-CN" b="0" dirty="0">
                    <a:latin typeface="+mn-lt"/>
                    <a:ea typeface="+mn-ea"/>
                    <a:sym typeface="+mn-lt"/>
                  </a:rPr>
                  <a:t>…</a:t>
                </a:r>
              </a:p>
              <a:p>
                <a:pPr marL="257175" indent="-257175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altLang="zh-CN" b="0" dirty="0">
                    <a:latin typeface="+mn-lt"/>
                    <a:ea typeface="+mn-ea"/>
                    <a:sym typeface="+mn-lt"/>
                  </a:rPr>
                  <a:t>…</a:t>
                </a:r>
              </a:p>
              <a:p>
                <a:pPr marL="257175" indent="-257175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altLang="zh-CN" b="0" dirty="0">
                    <a:latin typeface="+mn-lt"/>
                    <a:ea typeface="+mn-ea"/>
                    <a:sym typeface="+mn-lt"/>
                  </a:rPr>
                  <a:t>…</a:t>
                </a:r>
              </a:p>
            </p:txBody>
          </p:sp>
          <p:cxnSp>
            <p:nvCxnSpPr>
              <p:cNvPr id="8" name="直接连接符 7">
                <a:extLst>
                  <a:ext uri="{FF2B5EF4-FFF2-40B4-BE49-F238E27FC236}">
                    <a16:creationId xmlns:a16="http://schemas.microsoft.com/office/drawing/2014/main" id="{DA1FB18E-FA01-4588-BEF9-FB96A98A84D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96888" y="1780800"/>
                <a:ext cx="0" cy="4003616"/>
              </a:xfrm>
              <a:prstGeom prst="line">
                <a:avLst/>
              </a:prstGeom>
              <a:solidFill>
                <a:srgbClr val="FFCC00"/>
              </a:solidFill>
              <a:ln w="3175" cap="flat" cmpd="sng" algn="ctr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0DB1D0A1-2667-455C-9387-D7ABF0A00B8C}"/>
                  </a:ext>
                </a:extLst>
              </p:cNvPr>
              <p:cNvSpPr txBox="1"/>
              <p:nvPr/>
            </p:nvSpPr>
            <p:spPr>
              <a:xfrm>
                <a:off x="1175743" y="1700808"/>
                <a:ext cx="2521108" cy="52999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tr-TR" sz="2900" b="1" dirty="0">
                    <a:solidFill>
                      <a:schemeClr val="accent1"/>
                    </a:solidFill>
                    <a:cs typeface="+mn-ea"/>
                    <a:sym typeface="+mn-lt"/>
                  </a:rPr>
                  <a:t>CONTENTS</a:t>
                </a:r>
              </a:p>
            </p:txBody>
          </p:sp>
        </p:grpSp>
        <p:sp>
          <p:nvSpPr>
            <p:cNvPr id="10" name="任意多边形: 形状 9">
              <a:extLst>
                <a:ext uri="{FF2B5EF4-FFF2-40B4-BE49-F238E27FC236}">
                  <a16:creationId xmlns:a16="http://schemas.microsoft.com/office/drawing/2014/main" id="{ADAD6BE3-DC11-4582-9F68-50D831ADD00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379533" y="4867348"/>
              <a:ext cx="870506" cy="915667"/>
            </a:xfrm>
            <a:custGeom>
              <a:avLst/>
              <a:gdLst>
                <a:gd name="T0" fmla="*/ 3353 w 5127"/>
                <a:gd name="T1" fmla="*/ 1728 h 5401"/>
                <a:gd name="T2" fmla="*/ 2183 w 5127"/>
                <a:gd name="T3" fmla="*/ 1608 h 5401"/>
                <a:gd name="T4" fmla="*/ 3353 w 5127"/>
                <a:gd name="T5" fmla="*/ 1488 h 5401"/>
                <a:gd name="T6" fmla="*/ 3103 w 5127"/>
                <a:gd name="T7" fmla="*/ 2231 h 5401"/>
                <a:gd name="T8" fmla="*/ 3103 w 5127"/>
                <a:gd name="T9" fmla="*/ 1991 h 5401"/>
                <a:gd name="T10" fmla="*/ 2432 w 5127"/>
                <a:gd name="T11" fmla="*/ 2111 h 5401"/>
                <a:gd name="T12" fmla="*/ 3103 w 5127"/>
                <a:gd name="T13" fmla="*/ 2231 h 5401"/>
                <a:gd name="T14" fmla="*/ 3353 w 5127"/>
                <a:gd name="T15" fmla="*/ 2648 h 5401"/>
                <a:gd name="T16" fmla="*/ 2183 w 5127"/>
                <a:gd name="T17" fmla="*/ 2768 h 5401"/>
                <a:gd name="T18" fmla="*/ 3353 w 5127"/>
                <a:gd name="T19" fmla="*/ 2888 h 5401"/>
                <a:gd name="T20" fmla="*/ 2552 w 5127"/>
                <a:gd name="T21" fmla="*/ 3151 h 5401"/>
                <a:gd name="T22" fmla="*/ 2552 w 5127"/>
                <a:gd name="T23" fmla="*/ 3391 h 5401"/>
                <a:gd name="T24" fmla="*/ 3223 w 5127"/>
                <a:gd name="T25" fmla="*/ 3271 h 5401"/>
                <a:gd name="T26" fmla="*/ 2552 w 5127"/>
                <a:gd name="T27" fmla="*/ 3151 h 5401"/>
                <a:gd name="T28" fmla="*/ 4448 w 5127"/>
                <a:gd name="T29" fmla="*/ 1442 h 5401"/>
                <a:gd name="T30" fmla="*/ 4688 w 5127"/>
                <a:gd name="T31" fmla="*/ 1442 h 5401"/>
                <a:gd name="T32" fmla="*/ 3988 w 5127"/>
                <a:gd name="T33" fmla="*/ 0 h 5401"/>
                <a:gd name="T34" fmla="*/ 0 w 5127"/>
                <a:gd name="T35" fmla="*/ 604 h 5401"/>
                <a:gd name="T36" fmla="*/ 120 w 5127"/>
                <a:gd name="T37" fmla="*/ 1792 h 5401"/>
                <a:gd name="T38" fmla="*/ 686 w 5127"/>
                <a:gd name="T39" fmla="*/ 1672 h 5401"/>
                <a:gd name="T40" fmla="*/ 240 w 5127"/>
                <a:gd name="T41" fmla="*/ 1552 h 5401"/>
                <a:gd name="T42" fmla="*/ 604 w 5127"/>
                <a:gd name="T43" fmla="*/ 240 h 5401"/>
                <a:gd name="T44" fmla="*/ 968 w 5127"/>
                <a:gd name="T45" fmla="*/ 4179 h 5401"/>
                <a:gd name="T46" fmla="*/ 3904 w 5127"/>
                <a:gd name="T47" fmla="*/ 4879 h 5401"/>
                <a:gd name="T48" fmla="*/ 3904 w 5127"/>
                <a:gd name="T49" fmla="*/ 4639 h 5401"/>
                <a:gd name="T50" fmla="*/ 1208 w 5127"/>
                <a:gd name="T51" fmla="*/ 4179 h 5401"/>
                <a:gd name="T52" fmla="*/ 1086 w 5127"/>
                <a:gd name="T53" fmla="*/ 240 h 5401"/>
                <a:gd name="T54" fmla="*/ 4448 w 5127"/>
                <a:gd name="T55" fmla="*/ 700 h 5401"/>
                <a:gd name="T56" fmla="*/ 4568 w 5127"/>
                <a:gd name="T57" fmla="*/ 2000 h 5401"/>
                <a:gd name="T58" fmla="*/ 4568 w 5127"/>
                <a:gd name="T59" fmla="*/ 2240 h 5401"/>
                <a:gd name="T60" fmla="*/ 4887 w 5127"/>
                <a:gd name="T61" fmla="*/ 2340 h 5401"/>
                <a:gd name="T62" fmla="*/ 5007 w 5127"/>
                <a:gd name="T63" fmla="*/ 3838 h 5401"/>
                <a:gd name="T64" fmla="*/ 5127 w 5127"/>
                <a:gd name="T65" fmla="*/ 2340 h 5401"/>
                <a:gd name="T66" fmla="*/ 4568 w 5127"/>
                <a:gd name="T67" fmla="*/ 5139 h 5401"/>
                <a:gd name="T68" fmla="*/ 4448 w 5127"/>
                <a:gd name="T69" fmla="*/ 5281 h 5401"/>
                <a:gd name="T70" fmla="*/ 4688 w 5127"/>
                <a:gd name="T71" fmla="*/ 5281 h 5401"/>
                <a:gd name="T72" fmla="*/ 4568 w 5127"/>
                <a:gd name="T73" fmla="*/ 5139 h 5401"/>
                <a:gd name="T74" fmla="*/ 4448 w 5127"/>
                <a:gd name="T75" fmla="*/ 2559 h 5401"/>
                <a:gd name="T76" fmla="*/ 4568 w 5127"/>
                <a:gd name="T77" fmla="*/ 4974 h 5401"/>
                <a:gd name="T78" fmla="*/ 4688 w 5127"/>
                <a:gd name="T79" fmla="*/ 2559 h 5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5127" h="5401">
                  <a:moveTo>
                    <a:pt x="3473" y="1608"/>
                  </a:moveTo>
                  <a:cubicBezTo>
                    <a:pt x="3473" y="1674"/>
                    <a:pt x="3419" y="1728"/>
                    <a:pt x="3353" y="1728"/>
                  </a:cubicBezTo>
                  <a:lnTo>
                    <a:pt x="2303" y="1728"/>
                  </a:lnTo>
                  <a:cubicBezTo>
                    <a:pt x="2236" y="1728"/>
                    <a:pt x="2183" y="1674"/>
                    <a:pt x="2183" y="1608"/>
                  </a:cubicBezTo>
                  <a:cubicBezTo>
                    <a:pt x="2183" y="1542"/>
                    <a:pt x="2236" y="1488"/>
                    <a:pt x="2303" y="1488"/>
                  </a:cubicBezTo>
                  <a:lnTo>
                    <a:pt x="3353" y="1488"/>
                  </a:lnTo>
                  <a:cubicBezTo>
                    <a:pt x="3419" y="1488"/>
                    <a:pt x="3473" y="1542"/>
                    <a:pt x="3473" y="1608"/>
                  </a:cubicBezTo>
                  <a:close/>
                  <a:moveTo>
                    <a:pt x="3103" y="2231"/>
                  </a:moveTo>
                  <a:cubicBezTo>
                    <a:pt x="3170" y="2231"/>
                    <a:pt x="3223" y="2178"/>
                    <a:pt x="3223" y="2111"/>
                  </a:cubicBezTo>
                  <a:cubicBezTo>
                    <a:pt x="3223" y="2045"/>
                    <a:pt x="3170" y="1991"/>
                    <a:pt x="3103" y="1991"/>
                  </a:cubicBezTo>
                  <a:lnTo>
                    <a:pt x="2552" y="1991"/>
                  </a:lnTo>
                  <a:cubicBezTo>
                    <a:pt x="2486" y="1991"/>
                    <a:pt x="2432" y="2045"/>
                    <a:pt x="2432" y="2111"/>
                  </a:cubicBezTo>
                  <a:cubicBezTo>
                    <a:pt x="2432" y="2178"/>
                    <a:pt x="2486" y="2231"/>
                    <a:pt x="2552" y="2231"/>
                  </a:cubicBezTo>
                  <a:lnTo>
                    <a:pt x="3103" y="2231"/>
                  </a:lnTo>
                  <a:close/>
                  <a:moveTo>
                    <a:pt x="3473" y="2768"/>
                  </a:moveTo>
                  <a:cubicBezTo>
                    <a:pt x="3473" y="2701"/>
                    <a:pt x="3419" y="2648"/>
                    <a:pt x="3353" y="2648"/>
                  </a:cubicBezTo>
                  <a:lnTo>
                    <a:pt x="2303" y="2648"/>
                  </a:lnTo>
                  <a:cubicBezTo>
                    <a:pt x="2236" y="2648"/>
                    <a:pt x="2183" y="2701"/>
                    <a:pt x="2183" y="2768"/>
                  </a:cubicBezTo>
                  <a:cubicBezTo>
                    <a:pt x="2183" y="2834"/>
                    <a:pt x="2236" y="2888"/>
                    <a:pt x="2303" y="2888"/>
                  </a:cubicBezTo>
                  <a:lnTo>
                    <a:pt x="3353" y="2888"/>
                  </a:lnTo>
                  <a:cubicBezTo>
                    <a:pt x="3419" y="2888"/>
                    <a:pt x="3473" y="2834"/>
                    <a:pt x="3473" y="2768"/>
                  </a:cubicBezTo>
                  <a:close/>
                  <a:moveTo>
                    <a:pt x="2552" y="3151"/>
                  </a:moveTo>
                  <a:cubicBezTo>
                    <a:pt x="2486" y="3151"/>
                    <a:pt x="2432" y="3205"/>
                    <a:pt x="2432" y="3271"/>
                  </a:cubicBezTo>
                  <a:cubicBezTo>
                    <a:pt x="2432" y="3338"/>
                    <a:pt x="2486" y="3391"/>
                    <a:pt x="2552" y="3391"/>
                  </a:cubicBezTo>
                  <a:lnTo>
                    <a:pt x="3103" y="3391"/>
                  </a:lnTo>
                  <a:cubicBezTo>
                    <a:pt x="3170" y="3391"/>
                    <a:pt x="3223" y="3338"/>
                    <a:pt x="3223" y="3271"/>
                  </a:cubicBezTo>
                  <a:cubicBezTo>
                    <a:pt x="3223" y="3205"/>
                    <a:pt x="3170" y="3151"/>
                    <a:pt x="3103" y="3151"/>
                  </a:cubicBezTo>
                  <a:lnTo>
                    <a:pt x="2552" y="3151"/>
                  </a:lnTo>
                  <a:close/>
                  <a:moveTo>
                    <a:pt x="4448" y="700"/>
                  </a:moveTo>
                  <a:lnTo>
                    <a:pt x="4448" y="1442"/>
                  </a:lnTo>
                  <a:cubicBezTo>
                    <a:pt x="4448" y="1509"/>
                    <a:pt x="4501" y="1562"/>
                    <a:pt x="4568" y="1562"/>
                  </a:cubicBezTo>
                  <a:cubicBezTo>
                    <a:pt x="4634" y="1562"/>
                    <a:pt x="4688" y="1509"/>
                    <a:pt x="4688" y="1442"/>
                  </a:cubicBezTo>
                  <a:lnTo>
                    <a:pt x="4688" y="700"/>
                  </a:lnTo>
                  <a:cubicBezTo>
                    <a:pt x="4688" y="314"/>
                    <a:pt x="4374" y="0"/>
                    <a:pt x="3988" y="0"/>
                  </a:cubicBezTo>
                  <a:lnTo>
                    <a:pt x="604" y="0"/>
                  </a:lnTo>
                  <a:cubicBezTo>
                    <a:pt x="271" y="0"/>
                    <a:pt x="0" y="271"/>
                    <a:pt x="0" y="604"/>
                  </a:cubicBezTo>
                  <a:lnTo>
                    <a:pt x="0" y="1672"/>
                  </a:lnTo>
                  <a:cubicBezTo>
                    <a:pt x="0" y="1738"/>
                    <a:pt x="53" y="1792"/>
                    <a:pt x="120" y="1792"/>
                  </a:cubicBezTo>
                  <a:lnTo>
                    <a:pt x="566" y="1792"/>
                  </a:lnTo>
                  <a:cubicBezTo>
                    <a:pt x="632" y="1792"/>
                    <a:pt x="686" y="1738"/>
                    <a:pt x="686" y="1672"/>
                  </a:cubicBezTo>
                  <a:cubicBezTo>
                    <a:pt x="686" y="1606"/>
                    <a:pt x="632" y="1552"/>
                    <a:pt x="566" y="1552"/>
                  </a:cubicBezTo>
                  <a:lnTo>
                    <a:pt x="240" y="1552"/>
                  </a:lnTo>
                  <a:lnTo>
                    <a:pt x="240" y="604"/>
                  </a:lnTo>
                  <a:cubicBezTo>
                    <a:pt x="240" y="403"/>
                    <a:pt x="403" y="240"/>
                    <a:pt x="604" y="240"/>
                  </a:cubicBezTo>
                  <a:cubicBezTo>
                    <a:pt x="805" y="240"/>
                    <a:pt x="968" y="403"/>
                    <a:pt x="968" y="604"/>
                  </a:cubicBezTo>
                  <a:lnTo>
                    <a:pt x="968" y="4179"/>
                  </a:lnTo>
                  <a:cubicBezTo>
                    <a:pt x="968" y="4565"/>
                    <a:pt x="1282" y="4879"/>
                    <a:pt x="1668" y="4879"/>
                  </a:cubicBezTo>
                  <a:lnTo>
                    <a:pt x="3904" y="4879"/>
                  </a:lnTo>
                  <a:cubicBezTo>
                    <a:pt x="3970" y="4879"/>
                    <a:pt x="4024" y="4825"/>
                    <a:pt x="4024" y="4759"/>
                  </a:cubicBezTo>
                  <a:cubicBezTo>
                    <a:pt x="4024" y="4693"/>
                    <a:pt x="3970" y="4639"/>
                    <a:pt x="3904" y="4639"/>
                  </a:cubicBezTo>
                  <a:lnTo>
                    <a:pt x="1668" y="4639"/>
                  </a:lnTo>
                  <a:cubicBezTo>
                    <a:pt x="1415" y="4639"/>
                    <a:pt x="1208" y="4433"/>
                    <a:pt x="1208" y="4179"/>
                  </a:cubicBezTo>
                  <a:lnTo>
                    <a:pt x="1208" y="604"/>
                  </a:lnTo>
                  <a:cubicBezTo>
                    <a:pt x="1208" y="468"/>
                    <a:pt x="1163" y="341"/>
                    <a:pt x="1086" y="240"/>
                  </a:cubicBezTo>
                  <a:lnTo>
                    <a:pt x="3988" y="240"/>
                  </a:lnTo>
                  <a:cubicBezTo>
                    <a:pt x="4241" y="240"/>
                    <a:pt x="4448" y="446"/>
                    <a:pt x="4448" y="700"/>
                  </a:cubicBezTo>
                  <a:close/>
                  <a:moveTo>
                    <a:pt x="4787" y="2000"/>
                  </a:moveTo>
                  <a:lnTo>
                    <a:pt x="4568" y="2000"/>
                  </a:lnTo>
                  <a:cubicBezTo>
                    <a:pt x="4501" y="2000"/>
                    <a:pt x="4448" y="2054"/>
                    <a:pt x="4448" y="2120"/>
                  </a:cubicBezTo>
                  <a:cubicBezTo>
                    <a:pt x="4448" y="2187"/>
                    <a:pt x="4501" y="2240"/>
                    <a:pt x="4568" y="2240"/>
                  </a:cubicBezTo>
                  <a:lnTo>
                    <a:pt x="4787" y="2240"/>
                  </a:lnTo>
                  <a:cubicBezTo>
                    <a:pt x="4842" y="2240"/>
                    <a:pt x="4887" y="2285"/>
                    <a:pt x="4887" y="2340"/>
                  </a:cubicBezTo>
                  <a:lnTo>
                    <a:pt x="4887" y="3718"/>
                  </a:lnTo>
                  <a:cubicBezTo>
                    <a:pt x="4887" y="3785"/>
                    <a:pt x="4941" y="3838"/>
                    <a:pt x="5007" y="3838"/>
                  </a:cubicBezTo>
                  <a:cubicBezTo>
                    <a:pt x="5073" y="3838"/>
                    <a:pt x="5127" y="3785"/>
                    <a:pt x="5127" y="3718"/>
                  </a:cubicBezTo>
                  <a:lnTo>
                    <a:pt x="5127" y="2340"/>
                  </a:lnTo>
                  <a:cubicBezTo>
                    <a:pt x="5127" y="2153"/>
                    <a:pt x="4975" y="2000"/>
                    <a:pt x="4787" y="2000"/>
                  </a:cubicBezTo>
                  <a:close/>
                  <a:moveTo>
                    <a:pt x="4568" y="5139"/>
                  </a:moveTo>
                  <a:cubicBezTo>
                    <a:pt x="4501" y="5139"/>
                    <a:pt x="4448" y="5193"/>
                    <a:pt x="4448" y="5259"/>
                  </a:cubicBezTo>
                  <a:lnTo>
                    <a:pt x="4448" y="5281"/>
                  </a:lnTo>
                  <a:cubicBezTo>
                    <a:pt x="4448" y="5347"/>
                    <a:pt x="4501" y="5401"/>
                    <a:pt x="4568" y="5401"/>
                  </a:cubicBezTo>
                  <a:cubicBezTo>
                    <a:pt x="4634" y="5401"/>
                    <a:pt x="4688" y="5347"/>
                    <a:pt x="4688" y="5281"/>
                  </a:cubicBezTo>
                  <a:lnTo>
                    <a:pt x="4688" y="5259"/>
                  </a:lnTo>
                  <a:cubicBezTo>
                    <a:pt x="4688" y="5193"/>
                    <a:pt x="4634" y="5139"/>
                    <a:pt x="4568" y="5139"/>
                  </a:cubicBezTo>
                  <a:close/>
                  <a:moveTo>
                    <a:pt x="4568" y="2439"/>
                  </a:moveTo>
                  <a:cubicBezTo>
                    <a:pt x="4501" y="2439"/>
                    <a:pt x="4448" y="2492"/>
                    <a:pt x="4448" y="2559"/>
                  </a:cubicBezTo>
                  <a:lnTo>
                    <a:pt x="4448" y="4854"/>
                  </a:lnTo>
                  <a:cubicBezTo>
                    <a:pt x="4448" y="4920"/>
                    <a:pt x="4501" y="4974"/>
                    <a:pt x="4568" y="4974"/>
                  </a:cubicBezTo>
                  <a:cubicBezTo>
                    <a:pt x="4634" y="4974"/>
                    <a:pt x="4688" y="4920"/>
                    <a:pt x="4688" y="4854"/>
                  </a:cubicBezTo>
                  <a:lnTo>
                    <a:pt x="4688" y="2559"/>
                  </a:lnTo>
                  <a:cubicBezTo>
                    <a:pt x="4688" y="2492"/>
                    <a:pt x="4634" y="2439"/>
                    <a:pt x="4568" y="243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 sz="1350"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119331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 sz="3000" dirty="0"/>
              <a:t>Thanks.</a:t>
            </a:r>
            <a:br>
              <a:rPr lang="en-US" altLang="zh-CN" sz="3000" dirty="0"/>
            </a:br>
            <a:r>
              <a:rPr lang="en-US" altLang="zh-CN" sz="3000" b="0" dirty="0"/>
              <a:t>And Your </a:t>
            </a:r>
            <a:r>
              <a:rPr lang="en-US" altLang="zh-CN" sz="3200" b="0" dirty="0"/>
              <a:t>Slogan</a:t>
            </a:r>
            <a:r>
              <a:rPr lang="en-US" altLang="zh-CN" sz="3000" b="0" dirty="0"/>
              <a:t> Here.</a:t>
            </a:r>
            <a:endParaRPr lang="zh-CN" altLang="en-US" sz="3000" b="0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7"/>
          </p:nvPr>
        </p:nvSpPr>
        <p:spPr/>
        <p:txBody>
          <a:bodyPr>
            <a:noAutofit/>
          </a:bodyPr>
          <a:lstStyle/>
          <a:p>
            <a:r>
              <a:rPr lang="en-US" altLang="zh-CN" sz="1600" dirty="0"/>
              <a:t>Speaker name and title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8"/>
          </p:nvPr>
        </p:nvSpPr>
        <p:spPr/>
        <p:txBody>
          <a:bodyPr>
            <a:noAutofit/>
          </a:bodyPr>
          <a:lstStyle/>
          <a:p>
            <a:r>
              <a:rPr lang="en-US" altLang="zh-CN" sz="1600" dirty="0"/>
              <a:t>OfficePLUS</a:t>
            </a:r>
            <a:endParaRPr lang="en-US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2590430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2400" dirty="0"/>
              <a:t>Section Header Here</a:t>
            </a:r>
            <a:endParaRPr lang="zh-CN" altLang="en-US" sz="2400" dirty="0"/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altLang="zh-CN" sz="1100" dirty="0"/>
              <a:t>Supporting text here.</a:t>
            </a:r>
          </a:p>
          <a:p>
            <a:pPr lvl="0"/>
            <a:r>
              <a:rPr lang="en-US" altLang="zh-CN" sz="1100" dirty="0"/>
              <a:t>When you copy &amp; </a:t>
            </a:r>
            <a:r>
              <a:rPr lang="en-US" altLang="zh-CN" dirty="0"/>
              <a:t>paste</a:t>
            </a:r>
            <a:r>
              <a:rPr lang="en-US" altLang="zh-CN" sz="1100" dirty="0"/>
              <a:t>, choose "keep text only" option.</a:t>
            </a:r>
            <a:endParaRPr lang="zh-CN" altLang="en-US" sz="11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4F69230-F3A6-4586-9371-A858F4763E9F}"/>
              </a:ext>
            </a:extLst>
          </p:cNvPr>
          <p:cNvSpPr txBox="1"/>
          <p:nvPr/>
        </p:nvSpPr>
        <p:spPr>
          <a:xfrm>
            <a:off x="5582498" y="2478881"/>
            <a:ext cx="767637" cy="667432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z="1350" spc="75" dirty="0">
                <a:solidFill>
                  <a:srgbClr val="F5AA4D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/01</a:t>
            </a:r>
            <a:endParaRPr lang="zh-CN" altLang="en-US" sz="1350" spc="75" dirty="0">
              <a:solidFill>
                <a:srgbClr val="F5AA4D"/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159738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HEME" val="e394199b-23a2-417b-a560-b31131c29d73"/>
</p:tagLst>
</file>

<file path=ppt/theme/theme1.xml><?xml version="1.0" encoding="utf-8"?>
<a:theme xmlns:a="http://schemas.openxmlformats.org/drawingml/2006/main" name="主题5">
  <a:themeElements>
    <a:clrScheme name="房利美">
      <a:dk1>
        <a:srgbClr val="000000"/>
      </a:dk1>
      <a:lt1>
        <a:srgbClr val="FFFFFF"/>
      </a:lt1>
      <a:dk2>
        <a:srgbClr val="768394"/>
      </a:dk2>
      <a:lt2>
        <a:srgbClr val="F0F0F0"/>
      </a:lt2>
      <a:accent1>
        <a:srgbClr val="F5AA4D"/>
      </a:accent1>
      <a:accent2>
        <a:srgbClr val="AF5034"/>
      </a:accent2>
      <a:accent3>
        <a:srgbClr val="B7B7B7"/>
      </a:accent3>
      <a:accent4>
        <a:srgbClr val="707070"/>
      </a:accent4>
      <a:accent5>
        <a:srgbClr val="CCCCCC"/>
      </a:accent5>
      <a:accent6>
        <a:srgbClr val="768394"/>
      </a:accent6>
      <a:hlink>
        <a:srgbClr val="4276AA"/>
      </a:hlink>
      <a:folHlink>
        <a:srgbClr val="BFBFBF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主题5" id="{B8EDB911-D765-4A7B-BBC7-40DBB672FBA6}" vid="{AECAB1C0-5DF6-436C-85E8-20094DBE11C0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房利美">
    <a:dk1>
      <a:srgbClr val="000000"/>
    </a:dk1>
    <a:lt1>
      <a:srgbClr val="FFFFFF"/>
    </a:lt1>
    <a:dk2>
      <a:srgbClr val="768394"/>
    </a:dk2>
    <a:lt2>
      <a:srgbClr val="F0F0F0"/>
    </a:lt2>
    <a:accent1>
      <a:srgbClr val="F5AA4D"/>
    </a:accent1>
    <a:accent2>
      <a:srgbClr val="AF5034"/>
    </a:accent2>
    <a:accent3>
      <a:srgbClr val="B7B7B7"/>
    </a:accent3>
    <a:accent4>
      <a:srgbClr val="707070"/>
    </a:accent4>
    <a:accent5>
      <a:srgbClr val="CCCCCC"/>
    </a:accent5>
    <a:accent6>
      <a:srgbClr val="768394"/>
    </a:accent6>
    <a:hlink>
      <a:srgbClr val="4276AA"/>
    </a:hlink>
    <a:folHlink>
      <a:srgbClr val="BFBFBF"/>
    </a:folHlink>
  </a:clrScheme>
</a:themeOverride>
</file>

<file path=ppt/theme/themeOverride2.xml><?xml version="1.0" encoding="utf-8"?>
<a:themeOverride xmlns:a="http://schemas.openxmlformats.org/drawingml/2006/main">
  <a:clrScheme name="房利美">
    <a:dk1>
      <a:srgbClr val="000000"/>
    </a:dk1>
    <a:lt1>
      <a:srgbClr val="FFFFFF"/>
    </a:lt1>
    <a:dk2>
      <a:srgbClr val="768394"/>
    </a:dk2>
    <a:lt2>
      <a:srgbClr val="F0F0F0"/>
    </a:lt2>
    <a:accent1>
      <a:srgbClr val="F5AA4D"/>
    </a:accent1>
    <a:accent2>
      <a:srgbClr val="AF5034"/>
    </a:accent2>
    <a:accent3>
      <a:srgbClr val="B7B7B7"/>
    </a:accent3>
    <a:accent4>
      <a:srgbClr val="707070"/>
    </a:accent4>
    <a:accent5>
      <a:srgbClr val="CCCCCC"/>
    </a:accent5>
    <a:accent6>
      <a:srgbClr val="768394"/>
    </a:accent6>
    <a:hlink>
      <a:srgbClr val="4276AA"/>
    </a:hlink>
    <a:folHlink>
      <a:srgbClr val="BFBFBF"/>
    </a:folHlink>
  </a:clrScheme>
</a:themeOverride>
</file>

<file path=ppt/theme/themeOverride3.xml><?xml version="1.0" encoding="utf-8"?>
<a:themeOverride xmlns:a="http://schemas.openxmlformats.org/drawingml/2006/main">
  <a:clrScheme name="房利美">
    <a:dk1>
      <a:srgbClr val="000000"/>
    </a:dk1>
    <a:lt1>
      <a:srgbClr val="FFFFFF"/>
    </a:lt1>
    <a:dk2>
      <a:srgbClr val="768394"/>
    </a:dk2>
    <a:lt2>
      <a:srgbClr val="F0F0F0"/>
    </a:lt2>
    <a:accent1>
      <a:srgbClr val="F5AA4D"/>
    </a:accent1>
    <a:accent2>
      <a:srgbClr val="AF5034"/>
    </a:accent2>
    <a:accent3>
      <a:srgbClr val="B7B7B7"/>
    </a:accent3>
    <a:accent4>
      <a:srgbClr val="707070"/>
    </a:accent4>
    <a:accent5>
      <a:srgbClr val="CCCCCC"/>
    </a:accent5>
    <a:accent6>
      <a:srgbClr val="768394"/>
    </a:accent6>
    <a:hlink>
      <a:srgbClr val="4276AA"/>
    </a:hlink>
    <a:folHlink>
      <a:srgbClr val="BFBFBF"/>
    </a:folHlink>
  </a:clrScheme>
</a:themeOverride>
</file>

<file path=ppt/theme/themeOverride4.xml><?xml version="1.0" encoding="utf-8"?>
<a:themeOverride xmlns:a="http://schemas.openxmlformats.org/drawingml/2006/main">
  <a:clrScheme name="房利美">
    <a:dk1>
      <a:srgbClr val="000000"/>
    </a:dk1>
    <a:lt1>
      <a:srgbClr val="FFFFFF"/>
    </a:lt1>
    <a:dk2>
      <a:srgbClr val="768394"/>
    </a:dk2>
    <a:lt2>
      <a:srgbClr val="F0F0F0"/>
    </a:lt2>
    <a:accent1>
      <a:srgbClr val="F5AA4D"/>
    </a:accent1>
    <a:accent2>
      <a:srgbClr val="AF5034"/>
    </a:accent2>
    <a:accent3>
      <a:srgbClr val="B7B7B7"/>
    </a:accent3>
    <a:accent4>
      <a:srgbClr val="707070"/>
    </a:accent4>
    <a:accent5>
      <a:srgbClr val="CCCCCC"/>
    </a:accent5>
    <a:accent6>
      <a:srgbClr val="768394"/>
    </a:accent6>
    <a:hlink>
      <a:srgbClr val="4276AA"/>
    </a:hlink>
    <a:folHlink>
      <a:srgbClr val="BFBFB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iSlide</Template>
  <TotalTime>23</TotalTime>
  <Words>163</Words>
  <Application>Microsoft Office PowerPoint</Application>
  <PresentationFormat>宽屏</PresentationFormat>
  <Paragraphs>51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4" baseType="lpstr">
      <vt:lpstr>Arial</vt:lpstr>
      <vt:lpstr>Calibri</vt:lpstr>
      <vt:lpstr>Cambria</vt:lpstr>
      <vt:lpstr>Impact</vt:lpstr>
      <vt:lpstr>主题5</vt:lpstr>
      <vt:lpstr>Code Obfuscator</vt:lpstr>
      <vt:lpstr>Abstract Syntax Tree</vt:lpstr>
      <vt:lpstr>Implementations</vt:lpstr>
      <vt:lpstr>Results</vt:lpstr>
      <vt:lpstr>Evaluation</vt:lpstr>
      <vt:lpstr>Thanks for Listening</vt:lpstr>
      <vt:lpstr>PowerPoint 演示文稿</vt:lpstr>
      <vt:lpstr>Thanks. And Your Slogan Here.</vt:lpstr>
      <vt:lpstr>Section Header Here</vt:lpstr>
    </vt:vector>
  </TitlesOfParts>
  <Manager>iSlide</Manager>
  <Company>iSlide</Company>
  <LinksUpToDate>false</LinksUpToDate>
  <SharedDoc>false</SharedDoc>
  <HyperlinkBase>https://www.islide.cc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iSlide</dc:creator>
  <cp:lastModifiedBy>li xingcheng</cp:lastModifiedBy>
  <cp:revision>26</cp:revision>
  <cp:lastPrinted>2018-03-12T16:00:00Z</cp:lastPrinted>
  <dcterms:created xsi:type="dcterms:W3CDTF">2018-03-12T16:00:00Z</dcterms:created>
  <dcterms:modified xsi:type="dcterms:W3CDTF">2025-11-26T09:59:05Z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48706f29-9ca0-418e-876d-de7b156ca083</vt:lpwstr>
  </property>
</Properties>
</file>